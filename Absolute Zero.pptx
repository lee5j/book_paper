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88c9f42e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88c9f42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a9f39ae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a9f39ae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88c9f42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88c9f42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a9f39ae7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a9f39ae7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a9f39ae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a9f39ae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a9f39ae7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a9f39ae7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88c9f42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88c9f42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a9f39ae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a9f39ae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a9f39ae7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a9f39ae7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a9f39ae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a9f39ae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a9f39ae7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a9f39ae7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a9f39ae7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a9f39ae7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4800"/>
              <a:t>Absolute Zero</a:t>
            </a:r>
            <a:endParaRPr b="1" sz="4800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4800"/>
              <a:t>데이터 없는 강화된 자가 학습 추론</a:t>
            </a:r>
            <a:endParaRPr b="1" sz="4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53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RLVR(강화학습+Verifiable Rewards,검증가능한 보상)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000">
                <a:solidFill>
                  <a:schemeClr val="dk1"/>
                </a:solidFill>
              </a:rPr>
              <a:t>객관적인 보상 체계</a:t>
            </a:r>
            <a:r>
              <a:rPr lang="ko" sz="2000">
                <a:solidFill>
                  <a:schemeClr val="dk1"/>
                </a:solidFill>
              </a:rPr>
              <a:t>: 모델의 출력을 미리 정의된 규칙이나 알고리즘을 사용하여 평가하고, 정답에는 높은 점수를, 오답에는 낮은 점수를 부여합니다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검증 가능한 보상 함수 : R(x,y)=Rverify(y,y∗)+λRquality(x,y)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x는 입력 프롬프트, y는 모델의 응답, y∗는 정답, Rverify는 응답의 정확성을 검증하는 함수, Rquality는 응답의 품질을 평가하는 함수, 그리고 λ는 두 보상 간의 균형을 조절하는 하이퍼파라미터입니다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장점: 도메인 밖에서의 일반화 성능 향상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메인 결과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25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수학 : 0.15 상승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코딩 : 0.05 상승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전체적으로 0.1 상승</a:t>
            </a:r>
            <a:endParaRPr/>
          </a:p>
        </p:txBody>
      </p:sp>
      <p:pic>
        <p:nvPicPr>
          <p:cNvPr id="68" name="Google Shape;68;p15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00363"/>
            <a:ext cx="9144003" cy="214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355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강화학습의 새로은 단계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9845"/>
            <a:ext cx="9144001" cy="3403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자세한 결과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039691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 해석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성능 향상은 수학에서 가장 많이 일어남 0.15 하지만 curating data 버전을 이기지 못함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코드 향상은 0.05에 불과하지만 sota를 달성했다고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전체적인 부분도 근사하게 sota 달성했지만 이것은 의미 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실질적으로 성능향상은 0.05정도는(5%p=8%) 할 수 있는듯하고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추가데이터 없이 8% 성능향상 + 다른 도메인 성능에서도 개선이 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원리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550" y="0"/>
            <a:ext cx="5739449" cy="207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 title="스크린샷 2025-05-20 오후 5.35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12239"/>
            <a:ext cx="9144000" cy="83127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하나의 모델이 제안자 역할과 해결자 역할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τ : llm이 제안한 작업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 : 환경 + f : 검증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문제(x,y*), r^propose : 학습 가능성에 대한 보상(단번에 풀거나 아예못풀면 리워드0, 난이도가 어려울수록 좋은 보상)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x : 문제, y : 모델이 만든 정답	 -&gt; 환경 e 를 통해서 r^solve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00" y="1105350"/>
            <a:ext cx="8558199" cy="28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의심되는 부분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다른 도메인에서 성능을 오른다라고 주장하지만 수학말고 다른 데이터셋은 테스트 하지 않음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“코딩 강화학습을 통해서 수학 성능을 끌어올렸다” 까지이고 일반화 성능향상은 아닌듯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코딩을 통해서 추론을 강화가 됨 -&gt; 수학적 능력 향상 -&gt; 다른 영역에서는 손상되는 것 아닌가?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qwen 14B 까지 테스트 되었음, 이 이상의 사이즈에서도 증가할 것인가?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14B-base </a:t>
            </a:r>
            <a:r>
              <a:rPr lang="ko"/>
              <a:t>결과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안정적인 학습은 아니다.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Code Reasoning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948" y="0"/>
            <a:ext cx="574805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14B coder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너무 오락가락하는 모습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438" y="0"/>
            <a:ext cx="563057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위험하거나 불건전한 생각 사례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이러한 것들이 완전히 zero 강화학습이 어렵다고 증명하는 부분</a:t>
            </a:r>
            <a:endParaRPr/>
          </a:p>
        </p:txBody>
      </p:sp>
      <p:pic>
        <p:nvPicPr>
          <p:cNvPr id="130" name="Google Shape;130;p24" title="스크린샷 2025-05-20 오후 5.19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5762"/>
            <a:ext cx="9143998" cy="319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appendix </a:t>
            </a:r>
            <a:r>
              <a:rPr lang="ko"/>
              <a:t>추가 실험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</a:t>
            </a:r>
            <a:r>
              <a:rPr lang="ko"/>
              <a:t>자체 코드 문제 생성이 아니라 외부 데이터 셋을 활용한다면?</a:t>
            </a:r>
            <a:br>
              <a:rPr lang="ko"/>
            </a:br>
            <a:r>
              <a:rPr lang="ko"/>
              <a:t>	코드성능은 비슷하게 수렴, 수학 능력은 떨어지게 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2. 제안보상과 해결보상을 합치는 방식의 변경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Extrinsic Reward(명확한 목표 달성과 직접적으로 관련된 보상)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+ Intrinsic Reward(제안자가 더 복잡하고 도전적인 프로그램을 생성하도록 장려)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덧셈이 좀 더 안정적인 학습을 하도록 유도함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