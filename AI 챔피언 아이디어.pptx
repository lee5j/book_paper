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e593603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e593603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e593603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e593603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e5936030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e5936030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e5936030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e5936030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e5936030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e5936030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 </a:t>
            </a:r>
            <a:r>
              <a:rPr lang="ko"/>
              <a:t>챔피언 아이디어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고려해야하는 포인트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70% </a:t>
            </a:r>
            <a:r>
              <a:rPr lang="ko"/>
              <a:t>비중 ( 1차심사)</a:t>
            </a:r>
            <a:br>
              <a:rPr lang="ko"/>
            </a:br>
            <a:r>
              <a:rPr lang="ko"/>
              <a:t>제안한 기술이 실제로 활용 가능한지, 제안한 기술을 실제로 구현할 수 있는 역량을 보유 여부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아이디어의 실현 가능성, 구성원들의 역할과 책임 분담이 명확한지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30% 비중 (2,3차 심사 고려대상)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기술적 우수성과 혁신성, 본 대회까지 실제 구현 가능한지 여부, 정량적 평가 요소, 향후 발전 가능성과 파급 효과, 기술적 난이도와 도전적 요소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강점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19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low cost, better performance, fast response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</a:t>
            </a:r>
            <a:r>
              <a:rPr lang="ko"/>
              <a:t>이러한 장점이 극대화 하려면 임베디드, 실시간,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실시간 사기 탐지 및 리스크 평가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빠른 진단 지원 시스템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실시간 의사결정 및 경로 최적화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단점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기술적 난이도와 도전적 요소가 마땅히 없다.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매력적인 활용 사례를 제시해야만 함 -&gt; 시장성 파급효과가 직접적으로 체감시켜줘야함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better performance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답변의 깊이와 다각성 확보 -&gt; 편향을 억제할 수 있다. 할루시네이션 방지.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explainable -&gt; </a:t>
            </a:r>
            <a:r>
              <a:rPr lang="ko"/>
              <a:t>결과의 안정성 및 신뢰도 향상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학술적 가치는 높지만 아이디어 대회에는 부적절해보임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low cost, fast response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저렴한 모델로도 좋은 성능을 뽑을 수 있다.</a:t>
            </a:r>
            <a:br>
              <a:rPr lang="ko"/>
            </a:br>
            <a:r>
              <a:rPr lang="ko"/>
              <a:t>LLM이 적용하기 힘든 부분 확장 가능하다.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개인화된 솔루션이나 실시간 솔루션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자율주행(로봇), 스마트글래스, CCTV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