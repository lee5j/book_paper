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ae26a1b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ae26a1b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ae26a1bb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ae26a1bb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aec6f9909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aec6f9909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af047c2b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af047c2b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af047c2b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af047c2b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aec6f990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aec6f990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ae26a1bb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ae26a1bb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aec6f990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aec6f990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penreview.net/pdf?id=3GTtZFiaj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아첨하는 LLM</a:t>
            </a:r>
            <a:endParaRPr/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Char char="+"/>
            </a:pPr>
            <a:r>
              <a:rPr lang="ko" sz="3200"/>
              <a:t>라마의 벤치마크 치팅</a:t>
            </a:r>
            <a:endParaRPr sz="3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라마직원의 폭로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Llama 4 Maverick가 Chatbot Arena에서 1등을 달성함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교육 후 과정에서 다양한 벤치마크의 테스트 세트를 혼합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조엘 피노의 최근 사임이 Llama 4 벤치마크 해킹 사건과 직접적인 관련 의혹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사용자의 선호도에 맞춰 최적화된 맞춤형 모델</a:t>
            </a:r>
            <a:r>
              <a:rPr lang="ko"/>
              <a:t>을 </a:t>
            </a:r>
            <a:r>
              <a:rPr lang="ko"/>
              <a:t>Chatbot Arena에 제출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높은 벤치마크 점수 -&gt; Meta 홍보효과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양두구육 : 양머리를 내걸고 개고기를 판매한다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LM Arena 대응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69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투명성을 강화 : 테스트한 데이터셋을 공개함 -&gt; 이것을 통해서 커뮤니티가 검증할 수 있게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문제는 이러한것이 원천 봉쇄하는 것이 아니라 나중에 커뮤니티에 의존하는 것이다.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사람이 평가하지 않는다면 -&gt; LLM as A Judge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https://openreview.net/pdf?id=3GTtZFiajM</a:t>
            </a:r>
            <a:r>
              <a:rPr lang="ko"/>
              <a:t> 2025.03.19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위치 편향(Position bias)		장황함 편향(Verbosity bias)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동정 감소 편향(Compassion-fade bias)	</a:t>
            </a:r>
            <a:r>
              <a:rPr lang="ko" strike="sngStrike"/>
              <a:t>밴드웨건 효과 편향(Bandwagon-effect bias)</a:t>
            </a:r>
            <a:endParaRPr strike="sngStrike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주의 산만 편향(Distraction bias)	오류 간과 편향(Fallacy-oversight bias)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권위 편향(Authority bias)	감정 편향(Sentiment bias)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다양성 편향(Diversity bias)	사고 연쇄 편향(Chain-of-Thought bias)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자기 향상 편향(Self-enhancement bias)	개선 인식 편향(Refinement-aware bias)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편향적 결과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위치 편향은 더 많은 답변 후보가 있을수록 증가 -&gt; 강건성이 떨어짐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응답 길이 -&gt; 일부 모델은 상관관계를 보이지만 다 그러한 것은 아님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자신의 출력을 더 호의적으로 평가.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응답의 관련 없는 내용에 민감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가짜 권위가 LLM에 다양한 정도로 간섭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감정적 요소가 없는 콘텐츠를 선호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모델간의 편향 차이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편향의 영향은 모델마다 다름, 모델 사이즈가 커지거나 GPT 소넷을 쓴다고 해결되지 않음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사실 관련 데이터셋에서는 답변간의 품질 차이가 큼 -&gt; 이러한 편향을 일정부분 상쇄함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어떻게 아첨을 유도하는가? 2025 03 06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진보적 아첨 : 잘못된 정보를 수정하여 정답으로 가는 경우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퇴행적 아첨 : 올바른 답변에서 사용자의 반박 후 잘못된 답변으로 변경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MPS (mathematics) and MedQuad (medical advice) 를 테스트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도메인간의 차이가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1단계: 단순 반박(Simple Rebuttal)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2단계: 권위 반박(Ethos Rebuttal)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3단계: 정당화 반박(Justification Rebuttal)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4단계: 인용 및 초록 반박(Citation and Abstract Rebuttal)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199" y="0"/>
            <a:ext cx="777120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진보적 아첨꾼 행동을 활용하여 모델의 정확성을 향상시킬 수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도메인별 미세 조정을 통해 퇴행적 아첨꾼 행동을 억제하고 진보적 아첨꾼 행동을 증폭시킬 수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프롬프트 설계 개선을 통해 모델의 신뢰성을 높일 수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