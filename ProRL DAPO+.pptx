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0820cf6a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0820cf6a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0820cf6a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0820cf6a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0820cf6a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0820cf6a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0820cf6a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0820cf6a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0820cf6a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0820cf6a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0820cf6a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0820cf6a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0820cf6a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0820cf6a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0820cf6a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0820cf6a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0820cf6a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0820cf6a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0820cf6a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0820cf6a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ProRL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867"/>
              <a:t>Prolonged Reinforcement Learning Expands</a:t>
            </a:r>
            <a:endParaRPr sz="286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867"/>
              <a:t>Reasoning Boundaries in Large Language Models</a:t>
            </a:r>
            <a:endParaRPr sz="2867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2505.24864v1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 May 2025, nvidia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기존연구의 한계점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사전(사후) 훈련 과도하게 훈련 -&gt; 탐색가능성을 제한 -&gt; 수학같은 분야에 과도한 의좀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훈련을 조기에 종료 해버린다는 것 ( 더 좋아질 수도 있는거 아닌가?)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다만.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엔비디아에서 낸 논문이라서 결과가 계속훈련하면 더 좋아진다는 결론으로 이어지는 것 아닌가?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엔트로피 붕괴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학습을 조기 종료하게 되는 원인 중 하나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모델의 출력 분포가 한 곳으로 뭉쳐버림 -&gt; 정책이 좁은 범위의 출력에 제한 -&gt; 탐색을 제한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요즘 핫한 GRPO의 경우 여러 응답들의 보상을 비교하는데 이러한 경우 더 취약함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롤아웃 동안 샘플링 온도를 높이면 완화되지만 -&gt; 붕괴를 지연시키는 거지 막지는 못함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수학성능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1.5B </a:t>
            </a:r>
            <a:r>
              <a:rPr lang="ko"/>
              <a:t>과 7B의 체급 차이가 남</a:t>
            </a:r>
            <a:endParaRPr/>
          </a:p>
        </p:txBody>
      </p:sp>
      <p:pic>
        <p:nvPicPr>
          <p:cNvPr id="74" name="Google Shape;74;p16" title="스크린샷 2025-07-18 오후 1.47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62039"/>
            <a:ext cx="9144002" cy="2181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코딩성능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수학성능과 결과는 비슷함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humaleval 에서 하락, 강화학습을 할때 흔히 사람에게 불편하게 학습되는 경향</a:t>
            </a:r>
            <a:endParaRPr/>
          </a:p>
        </p:txBody>
      </p:sp>
      <p:pic>
        <p:nvPicPr>
          <p:cNvPr id="81" name="Google Shape;81;p17" title="스크린샷 2025-07-18 오후 2.07.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71455"/>
            <a:ext cx="9143998" cy="2072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기타 분야들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</a:rPr>
              <a:t>추상적이고 일반화 가능한 추론 패턴을 내재화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</a:rPr>
              <a:t>이전에 리뷰한 것도 코딩을 학습시켰더니 수학성능이 올랐다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</a:rPr>
              <a:t>OOD에서 괄목할만 성능향상이 있다.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600">
                <a:solidFill>
                  <a:schemeClr val="dk1"/>
                </a:solidFill>
              </a:rPr>
              <a:t>강화학습이 처음 시작했던 아타리 게임 등등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88" name="Google Shape;88;p18" title="스크린샷 2025-07-18 오후 2.09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79305"/>
            <a:ext cx="9144000" cy="206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기존 연구와의 차별점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100-200step -&gt; 2000 step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DAPO 알고리즘 요소 차용 : 1. 분리된 클리핑, 동적 샘플링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/>
              <a:t>동적 샘플링 : 너무 쉽거나 어려운 문제를 제거한다는 뜻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/>
              <a:t>분리된 클리핑 : 기존에 가능성이 낮았던 토큰의 확률을 높여 더 넓은 탐색을 유도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KL 다이버전스 제어 및 주기적 리셋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DAPO-</a:t>
            </a:r>
            <a:r>
              <a:rPr lang="ko"/>
              <a:t>분리된 클리핑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PPO </a:t>
            </a:r>
            <a:r>
              <a:rPr lang="ko"/>
              <a:t>에서 정책이 반영될때 너무 크게 변하지 않게 하기 위해서 한도를 설정함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PPO 의 클리핑을 비대칭성으로 만든다는 것을 의미함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클리핑하는 이유는 엔트로피 붕괴를 막기위함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엔트로피 붕괴 : 좁은 출력 범위에 갇혀 탐색이 심각하게 제한되고 훈련이 정체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KL Divergence Control &amp; Periodic Reset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KL 다이버전스 페널티 : 훈련 중인 모델, 기존의 안정적인 참조 모델 이것이 멀어지면 페널티 상승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주기적 리셋을 했다는 것은 학습진행 스텝마다 다시 참조모델을 훈련된 버전으로 교체하는 작업을 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이것을 7번 나눴는데 임의로 나눈것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성능이 저하되거나 정체 또는 eos 가 안나와서 응답길이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가 너무 커지는 경우 리셋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1" title="스크린샷 2025-07-18 오후 5.05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3300" y="2310525"/>
            <a:ext cx="3750701" cy="283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reset </a:t>
            </a:r>
            <a:r>
              <a:rPr lang="ko"/>
              <a:t>하는 과정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새로운 데이터를 추가하거나 , 보상 함수를 수정하고 , 롤아웃 횟수나 컨텍스트 창 크기를 조정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단순히 모델을 수정하는 작업만 한것이 아님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첫번째 리셋: 성능 저하와 불안정성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run3: instruction following 데이터 추가 -&gt; eos 생성못하는 문제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run 4,5 -&gt; 답변 페널티 (리워드 모델 수정)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롤아웃을 증가시킨 이유 : 훈련을 강화, run 6,7 해당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run8 컨텍스트 창을 늘리기 위함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논문에서는 초반 학습과정에서 안정성을 위해서 8K 길이로 생성을 제한했다고 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학습과정에서 이러한 불안정성이 나타나는듯함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Deepseek R1 에서도 자연스럽게 생성하는 토큰이 늘어났다고 되어있는데 강화학습하면서 생성되는 토큰 수가 늘어나도록 하는 기전이 있는거 같음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클리핑 하는 과정에서 범위를 어느정도는 크게 준듯하고 이것이 성능부분에서는 이점을 줌 반대로 학습의 안정성은 떨어트려서 리셋을 시켜줘야하는 결과로 나오는 것 같음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성능 하락시점에서 전략을 유동적으로 변경시켰는데 이것으로 인해서 성능향상의 요인 아닌가?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