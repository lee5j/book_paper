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ed768161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ed768161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ed768161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ed768161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6dd4f1b29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6dd4f1b2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6ed768161a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6ed768161a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6ed768161a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6ed768161a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ed768161a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6ed768161a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주식 멀티 에이전트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1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2412.20138v3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10 Jan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일반적으로 부딪히는 요소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전화 게임 효과 : 메시지가 전달되는 과정에서 점차 변형되고 왜곡되는 현상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에이전트 간의 통신에서 문제가 되는 이유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여기서는 프레임워크로 만들어서 구조화된 문서 또는 다이어그램을 통해 통신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자연어는 제한적으로 사용 (토론할때만)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굉장히 업무별로 세분화함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7</a:t>
            </a:r>
            <a:r>
              <a:rPr lang="ko"/>
              <a:t>개 카테고리 펀더멘털 분석가, 심리 분석가, 뉴스 분석가, 기술 분석가, 연구원, 트레이더, 위험 관리자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각 카테고리 별로 긍정, 부정을 나누거나 파트를 </a:t>
            </a:r>
            <a:r>
              <a:rPr lang="ko"/>
              <a:t>나눔(정보 소스나 판단 내용)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 title="스크린샷 2025-07-14 오후 5.33.5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359708"/>
            <a:ext cx="9144000" cy="27837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베이스라인 수익률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매수 후 보유: 선택된 모든 주식에 동일한 금액을 투자하고 시뮬레이션 기간 동안 보유합니다.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MACD (이동평균 수렴확산): MACD 선과 신호선 사이의 교차점을 기반으로 매수 및 매도 신호를 생성하는 추세 추종 모멘텀 전략입니다.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KDJ 및 RSI (상대강도지수): KDJ(스토캐스틱 오실레이터)와 RSI(상대강도지수) 지표를 결합하여 과매수 및 과매도 상태를 식별하여 거래 신호를 생성하는 모멘텀 전략입니다.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ZMR (제로 평균 회귀): 가격이 제로 기준선에서 벗어났다가 다시 회귀하는 것을 기반으로 신호를 생성하는 평균 회귀 거래 전략입니다.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>
                <a:solidFill>
                  <a:schemeClr val="dk1"/>
                </a:solidFill>
              </a:rPr>
              <a:t>SMA (단순 이동 평균): 단기 및 장기 이동 평균 간의 교차를 기반으로 거래 신호를 생성하는 추세 추종 전략입니다.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결과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CR,ARR</a:t>
            </a:r>
            <a:r>
              <a:rPr lang="ko"/>
              <a:t>은 수익율, SR은 무위험 이자율(은행 이자보다 얼마나 더 좋은지),MDD는 위험도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고위험은 고수익을 얻을 가능성이 큼,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075446"/>
            <a:ext cx="9144001" cy="20680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개인적인 본 논문의 한계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대형주로만 작동함 -&gt; 소형주의 적은 자연어 데이터에서는 확인하기 어려울 수 있음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실제로 리얼타임에서 적용시킨 것이 아니라 데이터를 백트레킹해서 진행함(의미가 있을수도 없을수도 있음)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o1-preview모델과 gpt 40(mini) 모델을 베이스 모델로 사용했는데 모델의 성능에 의존한 것인지 아니면 프레임워크 구조에서 오는 장점도 있는것인지 구분하기 어려움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insight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기술분석지표들을 따로 계산해서 넣어줌, 데이터 단위는 일간데이터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다른 곳에서는 분봉을 사용하기도 하지만 시간단위의 해상도가 중요할까?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재학습을 안하고도 수치적 데이터만 제공해도 적절히 판단.</a:t>
            </a:r>
            <a:br>
              <a:rPr lang="ko"/>
            </a:br>
            <a:r>
              <a:rPr lang="ko"/>
              <a:t>정규화를 안하면 정보전달이 잘 안될거라고 생각했지만 결과적으로는 우수한 결과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