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</p:sldIdLst>
  <p:sldSz cy="5143500" cx="9144000"/>
  <p:notesSz cx="6858000" cy="9144000"/>
  <p:embeddedFontLst>
    <p:embeddedFont>
      <p:font typeface="Nunito"/>
      <p:regular r:id="rId20"/>
      <p:bold r:id="rId21"/>
      <p:italic r:id="rId22"/>
      <p:boldItalic r:id="rId2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Nunito-regular.fntdata"/><Relationship Id="rId11" Type="http://schemas.openxmlformats.org/officeDocument/2006/relationships/slide" Target="slides/slide6.xml"/><Relationship Id="rId22" Type="http://schemas.openxmlformats.org/officeDocument/2006/relationships/font" Target="fonts/Nunito-italic.fntdata"/><Relationship Id="rId10" Type="http://schemas.openxmlformats.org/officeDocument/2006/relationships/slide" Target="slides/slide5.xml"/><Relationship Id="rId21" Type="http://schemas.openxmlformats.org/officeDocument/2006/relationships/font" Target="fonts/Nunito-bold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schemas.openxmlformats.org/officeDocument/2006/relationships/font" Target="fonts/Nunito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slide" Target="slides/slide14.xml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3c9fefbe559_0_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3c9fefbe559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9fefbe559_0_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c9fefbe559_0_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g3c9fefbe559_0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0" name="Google Shape;150;g3c9fefbe559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9fefbe559_0_3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c9fefbe559_0_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c9fefbe559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c9fefbe559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9fefbe55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7" name="Google Shape;177;g3c9fefbe55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c9fefbe559_0_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c9fefbe559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bf59452a4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bf59452a4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g3bf59452a4c_0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7" name="Google Shape;197;g3bf59452a4c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g3bf59452a4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3" name="Google Shape;203;g3bf59452a4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g3bf59452a4c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9" name="Google Shape;209;g3bf59452a4c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g3bf59452a4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5" name="Google Shape;215;g3bf59452a4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g3bf59452a4c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0" name="Google Shape;240;g3bf59452a4c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accent6"/>
        </a:solidFill>
      </p:bgPr>
    </p:bg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/>
          <p:nvPr/>
        </p:nvSpPr>
        <p:spPr>
          <a:xfrm rot="10800000">
            <a:off x="5058905" y="0"/>
            <a:ext cx="4085100" cy="20526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2"/>
          <p:cNvSpPr/>
          <p:nvPr/>
        </p:nvSpPr>
        <p:spPr>
          <a:xfrm>
            <a:off x="20327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255200" y="592"/>
            <a:ext cx="2250363" cy="1044300"/>
            <a:chOff x="255200" y="592"/>
            <a:chExt cx="2250363" cy="1044300"/>
          </a:xfrm>
        </p:grpSpPr>
        <p:sp>
          <p:nvSpPr>
            <p:cNvPr id="15" name="Google Shape;15;p2"/>
            <p:cNvSpPr/>
            <p:nvPr/>
          </p:nvSpPr>
          <p:spPr>
            <a:xfrm>
              <a:off x="764063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509632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255200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905395" y="592"/>
            <a:ext cx="2250363" cy="1044300"/>
            <a:chOff x="905395" y="592"/>
            <a:chExt cx="2250363" cy="1044300"/>
          </a:xfrm>
        </p:grpSpPr>
        <p:sp>
          <p:nvSpPr>
            <p:cNvPr id="19" name="Google Shape;19;p2"/>
            <p:cNvSpPr/>
            <p:nvPr/>
          </p:nvSpPr>
          <p:spPr>
            <a:xfrm>
              <a:off x="1414258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1159826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" name="Google Shape;21;p2"/>
            <p:cNvSpPr/>
            <p:nvPr/>
          </p:nvSpPr>
          <p:spPr>
            <a:xfrm>
              <a:off x="905395" y="592"/>
              <a:ext cx="1741500" cy="1044300"/>
            </a:xfrm>
            <a:prstGeom prst="parallelogram">
              <a:avLst>
                <a:gd fmla="val 153193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2" name="Google Shape;22;p2"/>
          <p:cNvGrpSpPr/>
          <p:nvPr/>
        </p:nvGrpSpPr>
        <p:grpSpPr>
          <a:xfrm>
            <a:off x="7057468" y="5088"/>
            <a:ext cx="1851282" cy="752108"/>
            <a:chOff x="6917201" y="0"/>
            <a:chExt cx="2227777" cy="863400"/>
          </a:xfrm>
        </p:grpSpPr>
        <p:sp>
          <p:nvSpPr>
            <p:cNvPr id="23" name="Google Shape;23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" name="Google Shape;24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" name="Google Shape;25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26" name="Google Shape;26;p2"/>
          <p:cNvGrpSpPr/>
          <p:nvPr/>
        </p:nvGrpSpPr>
        <p:grpSpPr>
          <a:xfrm>
            <a:off x="6553032" y="4217852"/>
            <a:ext cx="2389068" cy="925737"/>
            <a:chOff x="6917201" y="0"/>
            <a:chExt cx="2227777" cy="863400"/>
          </a:xfrm>
        </p:grpSpPr>
        <p:sp>
          <p:nvSpPr>
            <p:cNvPr id="27" name="Google Shape;27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" name="Google Shape;28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" name="Google Shape;29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30" name="Google Shape;30;p2"/>
          <p:cNvGrpSpPr/>
          <p:nvPr/>
        </p:nvGrpSpPr>
        <p:grpSpPr>
          <a:xfrm>
            <a:off x="199149" y="4055652"/>
            <a:ext cx="2795414" cy="1083308"/>
            <a:chOff x="6917201" y="0"/>
            <a:chExt cx="2227777" cy="863400"/>
          </a:xfrm>
        </p:grpSpPr>
        <p:sp>
          <p:nvSpPr>
            <p:cNvPr id="31" name="Google Shape;31;p2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" name="Google Shape;32;p2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" name="Google Shape;33;p2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34" name="Google Shape;34;p2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1pPr>
            <a:lvl2pPr lvl="1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2pPr>
            <a:lvl3pPr lvl="2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3pPr>
            <a:lvl4pPr lvl="3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4pPr>
            <a:lvl5pPr lvl="4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5pPr>
            <a:lvl6pPr lvl="5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6pPr>
            <a:lvl7pPr lvl="6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7pPr>
            <a:lvl8pPr lvl="7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8pPr>
            <a:lvl9pPr lvl="8" algn="ctr">
              <a:spcBef>
                <a:spcPts val="0"/>
              </a:spcBef>
              <a:spcAft>
                <a:spcPts val="0"/>
              </a:spcAft>
              <a:buSzPts val="3800"/>
              <a:buNone/>
              <a:defRPr sz="3800"/>
            </a:lvl9pPr>
          </a:lstStyle>
          <a:p/>
        </p:txBody>
      </p:sp>
      <p:sp>
        <p:nvSpPr>
          <p:cNvPr id="35" name="Google Shape;35;p2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36" name="Google Shape;36;p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accent3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3"/>
          <p:cNvSpPr/>
          <p:nvPr/>
        </p:nvSpPr>
        <p:spPr>
          <a:xfrm flipH="1">
            <a:off x="4757100" y="2309400"/>
            <a:ext cx="4386900" cy="28341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9" name="Google Shape;39;p3"/>
          <p:cNvGrpSpPr/>
          <p:nvPr/>
        </p:nvGrpSpPr>
        <p:grpSpPr>
          <a:xfrm>
            <a:off x="5594191" y="3961115"/>
            <a:ext cx="2910145" cy="1182340"/>
            <a:chOff x="6917201" y="0"/>
            <a:chExt cx="2227777" cy="863400"/>
          </a:xfrm>
        </p:grpSpPr>
        <p:sp>
          <p:nvSpPr>
            <p:cNvPr id="40" name="Google Shape;40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" name="Google Shape;41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" name="Google Shape;42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43" name="Google Shape;43;p3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44" name="Google Shape;44;p3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5" name="Google Shape;45;p3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6" name="Google Shape;46;p3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7" name="Google Shape;47;p3"/>
          <p:cNvSpPr txBox="1"/>
          <p:nvPr>
            <p:ph type="title"/>
          </p:nvPr>
        </p:nvSpPr>
        <p:spPr>
          <a:xfrm>
            <a:off x="1888684" y="1746100"/>
            <a:ext cx="5377500" cy="1646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200"/>
              <a:buNone/>
              <a:defRPr sz="3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8" name="Google Shape;48;p3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bg>
      <p:bgPr>
        <a:solidFill>
          <a:schemeClr val="dk2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4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4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4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4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4" name="Google Shape;54;p4"/>
          <p:cNvSpPr txBox="1"/>
          <p:nvPr>
            <p:ph idx="1" type="body"/>
          </p:nvPr>
        </p:nvSpPr>
        <p:spPr>
          <a:xfrm>
            <a:off x="819150" y="1990725"/>
            <a:ext cx="75057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55" name="Google Shape;55;p4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bg>
      <p:bgPr>
        <a:solidFill>
          <a:schemeClr val="dk2"/>
        </a:solidFill>
      </p:bgPr>
    </p:bg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5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8" name="Google Shape;58;p5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5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0" name="Google Shape;60;p5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1" name="Google Shape;61;p5"/>
          <p:cNvSpPr txBox="1"/>
          <p:nvPr>
            <p:ph idx="1" type="body"/>
          </p:nvPr>
        </p:nvSpPr>
        <p:spPr>
          <a:xfrm>
            <a:off x="819150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2" name="Google Shape;62;p5"/>
          <p:cNvSpPr txBox="1"/>
          <p:nvPr>
            <p:ph idx="2" type="body"/>
          </p:nvPr>
        </p:nvSpPr>
        <p:spPr>
          <a:xfrm>
            <a:off x="4638675" y="1990725"/>
            <a:ext cx="3686100" cy="2448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63" name="Google Shape;63;p5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solidFill>
          <a:schemeClr val="dk2"/>
        </a:solidFill>
      </p:bgPr>
    </p:bg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6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6" name="Google Shape;66;p6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7" name="Google Shape;67;p6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6"/>
          <p:cNvSpPr txBox="1"/>
          <p:nvPr>
            <p:ph type="title"/>
          </p:nvPr>
        </p:nvSpPr>
        <p:spPr>
          <a:xfrm>
            <a:off x="819150" y="845600"/>
            <a:ext cx="7505700" cy="954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69" name="Google Shape;69;p6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solidFill>
          <a:schemeClr val="accent3"/>
        </a:soli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7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2" name="Google Shape;72;p7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3" name="Google Shape;73;p7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4" name="Google Shape;74;p7"/>
          <p:cNvSpPr txBox="1"/>
          <p:nvPr>
            <p:ph type="title"/>
          </p:nvPr>
        </p:nvSpPr>
        <p:spPr>
          <a:xfrm>
            <a:off x="819150" y="845600"/>
            <a:ext cx="3709200" cy="138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75" name="Google Shape;75;p7"/>
          <p:cNvSpPr txBox="1"/>
          <p:nvPr>
            <p:ph idx="1" type="body"/>
          </p:nvPr>
        </p:nvSpPr>
        <p:spPr>
          <a:xfrm>
            <a:off x="830700" y="2319050"/>
            <a:ext cx="3709200" cy="211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76" name="Google Shape;76;p7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1"/>
        </a:solidFill>
      </p:bgPr>
    </p:bg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8"/>
          <p:cNvSpPr/>
          <p:nvPr/>
        </p:nvSpPr>
        <p:spPr>
          <a:xfrm>
            <a:off x="0" y="2823144"/>
            <a:ext cx="7369200" cy="2316900"/>
          </a:xfrm>
          <a:prstGeom prst="rtTriangle">
            <a:avLst/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8"/>
          <p:cNvSpPr/>
          <p:nvPr/>
        </p:nvSpPr>
        <p:spPr>
          <a:xfrm flipH="1">
            <a:off x="3583210" y="1554113"/>
            <a:ext cx="5560500" cy="35895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0" name="Google Shape;80;p8"/>
          <p:cNvGrpSpPr/>
          <p:nvPr/>
        </p:nvGrpSpPr>
        <p:grpSpPr>
          <a:xfrm>
            <a:off x="255991" y="-118"/>
            <a:ext cx="2251347" cy="1043408"/>
            <a:chOff x="3961956" y="4383950"/>
            <a:chExt cx="1160548" cy="548700"/>
          </a:xfrm>
        </p:grpSpPr>
        <p:sp>
          <p:nvSpPr>
            <p:cNvPr id="81" name="Google Shape;81;p8"/>
            <p:cNvSpPr/>
            <p:nvPr/>
          </p:nvSpPr>
          <p:spPr>
            <a:xfrm>
              <a:off x="4224904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" name="Google Shape;82;p8"/>
            <p:cNvSpPr/>
            <p:nvPr/>
          </p:nvSpPr>
          <p:spPr>
            <a:xfrm>
              <a:off x="4093430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" name="Google Shape;83;p8"/>
            <p:cNvSpPr/>
            <p:nvPr/>
          </p:nvSpPr>
          <p:spPr>
            <a:xfrm>
              <a:off x="3961956" y="4383950"/>
              <a:ext cx="897600" cy="548700"/>
            </a:xfrm>
            <a:prstGeom prst="parallelogram">
              <a:avLst>
                <a:gd fmla="val 153193" name="adj"/>
              </a:avLst>
            </a:pr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84" name="Google Shape;84;p8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85" name="Google Shape;85;p8"/>
          <p:cNvGrpSpPr/>
          <p:nvPr/>
        </p:nvGrpSpPr>
        <p:grpSpPr>
          <a:xfrm>
            <a:off x="34934" y="4522125"/>
            <a:ext cx="1593306" cy="617072"/>
            <a:chOff x="6917201" y="0"/>
            <a:chExt cx="2227777" cy="863400"/>
          </a:xfrm>
        </p:grpSpPr>
        <p:sp>
          <p:nvSpPr>
            <p:cNvPr id="86" name="Google Shape;86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" name="Google Shape;88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89" name="Google Shape;89;p8"/>
          <p:cNvGrpSpPr/>
          <p:nvPr/>
        </p:nvGrpSpPr>
        <p:grpSpPr>
          <a:xfrm>
            <a:off x="5886353" y="1243"/>
            <a:ext cx="3257455" cy="1261514"/>
            <a:chOff x="6917201" y="0"/>
            <a:chExt cx="2227777" cy="863400"/>
          </a:xfrm>
        </p:grpSpPr>
        <p:sp>
          <p:nvSpPr>
            <p:cNvPr id="90" name="Google Shape;90;p8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" name="Google Shape;91;p8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" name="Google Shape;92;p8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93" name="Google Shape;93;p8"/>
          <p:cNvSpPr txBox="1"/>
          <p:nvPr>
            <p:ph type="title"/>
          </p:nvPr>
        </p:nvSpPr>
        <p:spPr>
          <a:xfrm>
            <a:off x="1393929" y="1301146"/>
            <a:ext cx="6366900" cy="25392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1pPr>
            <a:lvl2pPr lvl="1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2pPr>
            <a:lvl3pPr lvl="2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3pPr>
            <a:lvl4pPr lvl="3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4pPr>
            <a:lvl5pPr lvl="4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5pPr>
            <a:lvl6pPr lvl="5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6pPr>
            <a:lvl7pPr lvl="6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7pPr>
            <a:lvl8pPr lvl="7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8pPr>
            <a:lvl9pPr lvl="8" algn="ctr">
              <a:spcBef>
                <a:spcPts val="0"/>
              </a:spcBef>
              <a:spcAft>
                <a:spcPts val="0"/>
              </a:spcAft>
              <a:buSzPts val="3200"/>
              <a:buNone/>
              <a:defRPr sz="3200"/>
            </a:lvl9pPr>
          </a:lstStyle>
          <a:p/>
        </p:txBody>
      </p:sp>
      <p:sp>
        <p:nvSpPr>
          <p:cNvPr id="94" name="Google Shape;94;p8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bg>
      <p:bgPr>
        <a:solidFill>
          <a:schemeClr val="dk2"/>
        </a:solidFill>
      </p:bgPr>
    </p:bg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9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9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9" name="Google Shape;99;p9"/>
          <p:cNvSpPr txBox="1"/>
          <p:nvPr>
            <p:ph type="title"/>
          </p:nvPr>
        </p:nvSpPr>
        <p:spPr>
          <a:xfrm>
            <a:off x="819150" y="845600"/>
            <a:ext cx="6424200" cy="705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00" name="Google Shape;100;p9"/>
          <p:cNvSpPr txBox="1"/>
          <p:nvPr>
            <p:ph idx="1" type="subTitle"/>
          </p:nvPr>
        </p:nvSpPr>
        <p:spPr>
          <a:xfrm>
            <a:off x="819150" y="1550700"/>
            <a:ext cx="58599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600"/>
              <a:buNone/>
              <a:defRPr sz="16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01" name="Google Shape;101;p9"/>
          <p:cNvSpPr txBox="1"/>
          <p:nvPr>
            <p:ph idx="2" type="body"/>
          </p:nvPr>
        </p:nvSpPr>
        <p:spPr>
          <a:xfrm>
            <a:off x="819150" y="2467050"/>
            <a:ext cx="5859900" cy="209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02" name="Google Shape;102;p9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bg>
      <p:bgPr>
        <a:solidFill>
          <a:schemeClr val="accent1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0"/>
          <p:cNvSpPr/>
          <p:nvPr/>
        </p:nvSpPr>
        <p:spPr>
          <a:xfrm>
            <a:off x="31" y="2824500"/>
            <a:ext cx="7370400" cy="2319000"/>
          </a:xfrm>
          <a:prstGeom prst="rtTriangle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10"/>
          <p:cNvSpPr/>
          <p:nvPr/>
        </p:nvSpPr>
        <p:spPr>
          <a:xfrm flipH="1">
            <a:off x="3582600" y="1550700"/>
            <a:ext cx="5561400" cy="3592800"/>
          </a:xfrm>
          <a:prstGeom prst="rtTriangle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6" name="Google Shape;106;p10"/>
          <p:cNvSpPr/>
          <p:nvPr/>
        </p:nvSpPr>
        <p:spPr>
          <a:xfrm>
            <a:off x="203225" y="206250"/>
            <a:ext cx="8737500" cy="4731000"/>
          </a:xfrm>
          <a:prstGeom prst="rect">
            <a:avLst/>
          </a:prstGeom>
          <a:solidFill>
            <a:schemeClr val="dk1"/>
          </a:solidFill>
          <a:ln>
            <a:noFill/>
          </a:ln>
          <a:effectLst>
            <a:outerShdw blurRad="228600" sx="101000" rotWithShape="0" algn="ctr" sy="101000">
              <a:srgbClr val="000000">
                <a:alpha val="40000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10"/>
          <p:cNvSpPr txBox="1"/>
          <p:nvPr>
            <p:ph idx="1" type="body"/>
          </p:nvPr>
        </p:nvSpPr>
        <p:spPr>
          <a:xfrm>
            <a:off x="328025" y="4163500"/>
            <a:ext cx="7415100" cy="605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00"/>
              <a:buNone/>
              <a:defRPr/>
            </a:lvl1pPr>
          </a:lstStyle>
          <a:p/>
        </p:txBody>
      </p:sp>
      <p:sp>
        <p:nvSpPr>
          <p:cNvPr id="108" name="Google Shape;108;p10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3"/>
        </a:solidFill>
      </p:bgPr>
    </p:bg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11"/>
          <p:cNvSpPr/>
          <p:nvPr/>
        </p:nvSpPr>
        <p:spPr>
          <a:xfrm flipH="1">
            <a:off x="5569200" y="2834075"/>
            <a:ext cx="3574800" cy="2309400"/>
          </a:xfrm>
          <a:prstGeom prst="rtTriangle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111" name="Google Shape;111;p11"/>
          <p:cNvGrpSpPr/>
          <p:nvPr/>
        </p:nvGrpSpPr>
        <p:grpSpPr>
          <a:xfrm>
            <a:off x="5959222" y="4119576"/>
            <a:ext cx="2520952" cy="1024165"/>
            <a:chOff x="6917201" y="0"/>
            <a:chExt cx="2227777" cy="863400"/>
          </a:xfrm>
        </p:grpSpPr>
        <p:sp>
          <p:nvSpPr>
            <p:cNvPr id="112" name="Google Shape;112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" name="Google Shape;113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" name="Google Shape;114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accent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grpSp>
        <p:nvGrpSpPr>
          <p:cNvPr id="115" name="Google Shape;115;p11"/>
          <p:cNvGrpSpPr/>
          <p:nvPr/>
        </p:nvGrpSpPr>
        <p:grpSpPr>
          <a:xfrm>
            <a:off x="199149" y="2"/>
            <a:ext cx="2795414" cy="1083308"/>
            <a:chOff x="6917201" y="0"/>
            <a:chExt cx="2227777" cy="863400"/>
          </a:xfrm>
        </p:grpSpPr>
        <p:sp>
          <p:nvSpPr>
            <p:cNvPr id="116" name="Google Shape;116;p11"/>
            <p:cNvSpPr/>
            <p:nvPr/>
          </p:nvSpPr>
          <p:spPr>
            <a:xfrm>
              <a:off x="7641677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" name="Google Shape;117;p11"/>
            <p:cNvSpPr/>
            <p:nvPr/>
          </p:nvSpPr>
          <p:spPr>
            <a:xfrm>
              <a:off x="7279439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" name="Google Shape;118;p11"/>
            <p:cNvSpPr/>
            <p:nvPr/>
          </p:nvSpPr>
          <p:spPr>
            <a:xfrm>
              <a:off x="6917201" y="0"/>
              <a:ext cx="1503300" cy="863400"/>
            </a:xfrm>
            <a:prstGeom prst="parallelogram">
              <a:avLst>
                <a:gd fmla="val 158024" name="adj"/>
              </a:avLst>
            </a:prstGeom>
            <a:solidFill>
              <a:schemeClr val="dk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119" name="Google Shape;119;p11"/>
          <p:cNvSpPr txBox="1"/>
          <p:nvPr>
            <p:ph hasCustomPrompt="1" type="title"/>
          </p:nvPr>
        </p:nvSpPr>
        <p:spPr>
          <a:xfrm>
            <a:off x="1385850" y="1383850"/>
            <a:ext cx="6372300" cy="1379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8600"/>
              <a:buNone/>
              <a:defRPr sz="86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20" name="Google Shape;120;p11"/>
          <p:cNvSpPr txBox="1"/>
          <p:nvPr>
            <p:ph idx="1" type="body"/>
          </p:nvPr>
        </p:nvSpPr>
        <p:spPr>
          <a:xfrm>
            <a:off x="1385850" y="2863850"/>
            <a:ext cx="6372300" cy="64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 algn="ctr">
              <a:spcBef>
                <a:spcPts val="0"/>
              </a:spcBef>
              <a:spcAft>
                <a:spcPts val="0"/>
              </a:spcAft>
              <a:buSzPts val="1300"/>
              <a:buChar char="●"/>
              <a:defRPr/>
            </a:lvl1pPr>
            <a:lvl2pPr indent="-298450" lvl="1" marL="9144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2pPr>
            <a:lvl3pPr indent="-298450" lvl="2" marL="13716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3pPr>
            <a:lvl4pPr indent="-298450" lvl="3" marL="18288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8450" lvl="5" marL="27432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6pPr>
            <a:lvl7pPr indent="-298450" lvl="6" marL="3200400" algn="ctr">
              <a:spcBef>
                <a:spcPts val="0"/>
              </a:spcBef>
              <a:spcAft>
                <a:spcPts val="0"/>
              </a:spcAft>
              <a:buSzPts val="1100"/>
              <a:buChar char="●"/>
              <a:defRPr/>
            </a:lvl7pPr>
            <a:lvl8pPr indent="-298450" lvl="7" marL="36576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8pPr>
            <a:lvl9pPr indent="-298450" lvl="8" marL="4114800" algn="ctr">
              <a:spcBef>
                <a:spcPts val="0"/>
              </a:spcBef>
              <a:spcAft>
                <a:spcPts val="0"/>
              </a:spcAft>
              <a:buSzPts val="1100"/>
              <a:buChar char="■"/>
              <a:defRPr/>
            </a:lvl9pPr>
          </a:lstStyle>
          <a:p/>
        </p:txBody>
      </p:sp>
      <p:sp>
        <p:nvSpPr>
          <p:cNvPr id="121" name="Google Shape;121;p1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2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hift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Font typeface="Nunito"/>
              <a:buNone/>
              <a:defRPr sz="2800">
                <a:solidFill>
                  <a:schemeClr val="lt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3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11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300"/>
              <a:buFont typeface="Calibri"/>
              <a:buChar char="●"/>
              <a:defRPr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9845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9845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9845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9845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9845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9845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●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9845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○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9845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100"/>
              <a:buFont typeface="Calibri"/>
              <a:buChar char="■"/>
              <a:defRPr sz="11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390734" y="4543668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3"/>
          <p:cNvSpPr txBox="1"/>
          <p:nvPr>
            <p:ph type="ctrTitle"/>
          </p:nvPr>
        </p:nvSpPr>
        <p:spPr>
          <a:xfrm>
            <a:off x="1858703" y="1822833"/>
            <a:ext cx="5361300" cy="144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920"/>
              <a:t>ZeRO: Memory Optimizations Toward Training Trillion Parameter Models</a:t>
            </a:r>
            <a:endParaRPr sz="2920"/>
          </a:p>
        </p:txBody>
      </p:sp>
      <p:sp>
        <p:nvSpPr>
          <p:cNvPr id="129" name="Google Shape;129;p13"/>
          <p:cNvSpPr txBox="1"/>
          <p:nvPr>
            <p:ph idx="1" type="subTitle"/>
          </p:nvPr>
        </p:nvSpPr>
        <p:spPr>
          <a:xfrm>
            <a:off x="1858700" y="3413158"/>
            <a:ext cx="5361300" cy="52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2020.05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14"/>
          <p:cNvSpPr txBox="1"/>
          <p:nvPr>
            <p:ph type="title"/>
          </p:nvPr>
        </p:nvSpPr>
        <p:spPr>
          <a:xfrm>
            <a:off x="416550" y="415250"/>
            <a:ext cx="75057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AI </a:t>
            </a:r>
            <a:r>
              <a:rPr lang="ko"/>
              <a:t>모델에 따른 패러다임 변화</a:t>
            </a:r>
            <a:endParaRPr/>
          </a:p>
        </p:txBody>
      </p:sp>
      <p:sp>
        <p:nvSpPr>
          <p:cNvPr id="135" name="Google Shape;135;p14"/>
          <p:cNvSpPr txBox="1"/>
          <p:nvPr>
            <p:ph idx="1" type="body"/>
          </p:nvPr>
        </p:nvSpPr>
        <p:spPr>
          <a:xfrm>
            <a:off x="416550" y="1150825"/>
            <a:ext cx="83781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Bert-large(0.3B) GPT-2(1.5B) Megatron-LM (8.3B) T5 (11B)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단일 디바이스에서 되는만큼 복제 또는 배치 크기를 늘려 병렬로 학습(data parallel)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 -&gt; 여러개의 디바이스로 나눠서 모델을 분산 학습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파이프라인 병렬화(PP), 모델 병렬화(MP), CPU 오프로딩 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전부 다 기능성, 사용성, 그리고 메모리 및 계산/통신 효율성 trade off 관계를 가지고 있음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일반적으로 MP 라고 하면 TP 와 PP를 아우르는 개념으로 많이 이야기 하지만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이 논문에서는 MP는 TP를 의미한다.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15"/>
          <p:cNvSpPr txBox="1"/>
          <p:nvPr>
            <p:ph type="title"/>
          </p:nvPr>
        </p:nvSpPr>
        <p:spPr>
          <a:xfrm>
            <a:off x="416550" y="415250"/>
            <a:ext cx="75057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DP : Data Parallel</a:t>
            </a:r>
            <a:endParaRPr/>
          </a:p>
        </p:txBody>
      </p:sp>
      <p:sp>
        <p:nvSpPr>
          <p:cNvPr id="141" name="Google Shape;141;p15"/>
          <p:cNvSpPr txBox="1"/>
          <p:nvPr>
            <p:ph idx="1" type="body"/>
          </p:nvPr>
        </p:nvSpPr>
        <p:spPr>
          <a:xfrm>
            <a:off x="416550" y="1150825"/>
            <a:ext cx="83781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모델을 각각 GPU에 올려서 학습을 진행 -&gt; Gradient update 시점에 loss 값 공유 후 업데이트 진행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같은 모델을 여러번 메모리를 차지함 -&gt; 메모리 효율성이 낮다.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하지만 MP에 비해서 통신량이 많이 줄어듬 거의 0에 가까울 정도로</a:t>
            </a:r>
            <a:endParaRPr/>
          </a:p>
        </p:txBody>
      </p:sp>
      <p:pic>
        <p:nvPicPr>
          <p:cNvPr id="142" name="Google Shape;142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59125" y="3397675"/>
            <a:ext cx="2261799" cy="112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84982" y="3397675"/>
            <a:ext cx="2261794" cy="1126875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5"/>
          <p:cNvSpPr/>
          <p:nvPr/>
        </p:nvSpPr>
        <p:spPr>
          <a:xfrm>
            <a:off x="953075" y="3167125"/>
            <a:ext cx="2622600" cy="1438800"/>
          </a:xfrm>
          <a:prstGeom prst="rect">
            <a:avLst/>
          </a:prstGeom>
          <a:noFill/>
          <a:ln cap="flat" cmpd="sng" w="1524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5"/>
          <p:cNvSpPr/>
          <p:nvPr/>
        </p:nvSpPr>
        <p:spPr>
          <a:xfrm>
            <a:off x="3904575" y="3241713"/>
            <a:ext cx="2622600" cy="1438800"/>
          </a:xfrm>
          <a:prstGeom prst="rect">
            <a:avLst/>
          </a:prstGeom>
          <a:noFill/>
          <a:ln cap="flat" cmpd="sng" w="152400">
            <a:solidFill>
              <a:srgbClr val="EA999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5"/>
          <p:cNvSpPr txBox="1"/>
          <p:nvPr/>
        </p:nvSpPr>
        <p:spPr>
          <a:xfrm>
            <a:off x="1633850" y="2974100"/>
            <a:ext cx="81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GPU1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5"/>
          <p:cNvSpPr txBox="1"/>
          <p:nvPr/>
        </p:nvSpPr>
        <p:spPr>
          <a:xfrm>
            <a:off x="4710475" y="3012775"/>
            <a:ext cx="8124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GPU2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6"/>
          <p:cNvSpPr txBox="1"/>
          <p:nvPr>
            <p:ph type="title"/>
          </p:nvPr>
        </p:nvSpPr>
        <p:spPr>
          <a:xfrm>
            <a:off x="416550" y="415250"/>
            <a:ext cx="75057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MP : model parallel</a:t>
            </a:r>
            <a:endParaRPr/>
          </a:p>
        </p:txBody>
      </p:sp>
      <p:sp>
        <p:nvSpPr>
          <p:cNvPr id="153" name="Google Shape;153;p16"/>
          <p:cNvSpPr txBox="1"/>
          <p:nvPr>
            <p:ph idx="1" type="body"/>
          </p:nvPr>
        </p:nvSpPr>
        <p:spPr>
          <a:xfrm>
            <a:off x="416550" y="1150825"/>
            <a:ext cx="83781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모델을 수직으로 분할하여 각 레이어의 계산과 파라미터를 여러 디바이스에 분할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각 레이어 간에 상당한 통신이 필요 -&gt; DGX-2 노드에서 Megatron-LM 라이브러리로 40B 모델 학습시 하드웨어 성능의 5% 활용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메가 트론에 구현된 방식은 PP 와 TP 모두 존재함 (논문에서 서술한 방식은 흔히 TP라 불리는 방식을 사용) </a:t>
            </a:r>
            <a:endParaRPr/>
          </a:p>
        </p:txBody>
      </p:sp>
      <p:pic>
        <p:nvPicPr>
          <p:cNvPr id="154" name="Google Shape;154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810325" y="2790650"/>
            <a:ext cx="3984324" cy="1985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5" name="Google Shape;155;p16"/>
          <p:cNvCxnSpPr/>
          <p:nvPr/>
        </p:nvCxnSpPr>
        <p:spPr>
          <a:xfrm>
            <a:off x="5014500" y="3863375"/>
            <a:ext cx="3752100" cy="852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56" name="Google Shape;156;p16"/>
          <p:cNvSpPr txBox="1"/>
          <p:nvPr/>
        </p:nvSpPr>
        <p:spPr>
          <a:xfrm>
            <a:off x="5039375" y="4650675"/>
            <a:ext cx="39981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http://neuralnetworksanddeeplearning.com/chap5.html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17"/>
          <p:cNvSpPr txBox="1"/>
          <p:nvPr>
            <p:ph type="title"/>
          </p:nvPr>
        </p:nvSpPr>
        <p:spPr>
          <a:xfrm>
            <a:off x="416550" y="415250"/>
            <a:ext cx="75057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TP </a:t>
            </a:r>
            <a:r>
              <a:rPr lang="ko"/>
              <a:t>와 PP의 차이점</a:t>
            </a:r>
            <a:endParaRPr/>
          </a:p>
        </p:txBody>
      </p:sp>
      <p:sp>
        <p:nvSpPr>
          <p:cNvPr id="162" name="Google Shape;162;p17"/>
          <p:cNvSpPr txBox="1"/>
          <p:nvPr>
            <p:ph idx="1" type="body"/>
          </p:nvPr>
        </p:nvSpPr>
        <p:spPr>
          <a:xfrm>
            <a:off x="416550" y="1150825"/>
            <a:ext cx="83781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PP </a:t>
            </a:r>
            <a:r>
              <a:rPr lang="ko"/>
              <a:t>는 이전 디바이스에서 먼저 해결이 안되면 뒤의 디바이스는 놀게 된다는 점 (뒤가 병목이 되면 앞도 대기 발생)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TP 는 디바이스간 너무 많은 통신을 요구한다는 점</a:t>
            </a:r>
            <a:endParaRPr/>
          </a:p>
        </p:txBody>
      </p:sp>
      <p:pic>
        <p:nvPicPr>
          <p:cNvPr id="163" name="Google Shape;16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965050" y="2968575"/>
            <a:ext cx="3984324" cy="1985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4" name="Google Shape;164;p17"/>
          <p:cNvCxnSpPr/>
          <p:nvPr/>
        </p:nvCxnSpPr>
        <p:spPr>
          <a:xfrm>
            <a:off x="5169225" y="4041300"/>
            <a:ext cx="3752100" cy="852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5" name="Google Shape;165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9575" y="2968575"/>
            <a:ext cx="3984324" cy="198507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66" name="Google Shape;166;p17"/>
          <p:cNvCxnSpPr/>
          <p:nvPr/>
        </p:nvCxnSpPr>
        <p:spPr>
          <a:xfrm flipH="1" rot="10800000">
            <a:off x="2097075" y="3017313"/>
            <a:ext cx="7800" cy="1887600"/>
          </a:xfrm>
          <a:prstGeom prst="straightConnector1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67" name="Google Shape;167;p17"/>
          <p:cNvSpPr txBox="1"/>
          <p:nvPr/>
        </p:nvSpPr>
        <p:spPr>
          <a:xfrm>
            <a:off x="837025" y="2617875"/>
            <a:ext cx="166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PP :pipeline parallel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7"/>
          <p:cNvSpPr txBox="1"/>
          <p:nvPr/>
        </p:nvSpPr>
        <p:spPr>
          <a:xfrm>
            <a:off x="5754825" y="2617875"/>
            <a:ext cx="16632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T</a:t>
            </a:r>
            <a:r>
              <a:rPr lang="ko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P : tensor parallel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18"/>
          <p:cNvSpPr txBox="1"/>
          <p:nvPr>
            <p:ph type="title"/>
          </p:nvPr>
        </p:nvSpPr>
        <p:spPr>
          <a:xfrm>
            <a:off x="416550" y="415250"/>
            <a:ext cx="75057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ZeRO (Zero Redundancy Optimizer)</a:t>
            </a:r>
            <a:endParaRPr/>
          </a:p>
        </p:txBody>
      </p:sp>
      <p:sp>
        <p:nvSpPr>
          <p:cNvPr id="174" name="Google Shape;174;p18"/>
          <p:cNvSpPr txBox="1"/>
          <p:nvPr>
            <p:ph idx="1" type="body"/>
          </p:nvPr>
        </p:nvSpPr>
        <p:spPr>
          <a:xfrm>
            <a:off x="416550" y="1150825"/>
            <a:ext cx="83781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높은 계산 </a:t>
            </a:r>
            <a:r>
              <a:rPr lang="ko"/>
              <a:t>효율성,</a:t>
            </a:r>
            <a:r>
              <a:rPr lang="ko"/>
              <a:t> 통신 효율성, 메모리 효율성 3가지를 동시에 최적화 한다는 의미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기존의 접근 방식은 전체 학습 과정에서 필요한 모든 모델 상태를 정적으로 유지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학습 중 모든 모델 상태가 항상 필요한 것 X -&gt; 이 부분에서도 최적화를 진행하자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19"/>
          <p:cNvSpPr txBox="1"/>
          <p:nvPr>
            <p:ph type="title"/>
          </p:nvPr>
        </p:nvSpPr>
        <p:spPr>
          <a:xfrm>
            <a:off x="416550" y="415250"/>
            <a:ext cx="75057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메모리 소비 스펙트럼</a:t>
            </a:r>
            <a:endParaRPr/>
          </a:p>
        </p:txBody>
      </p:sp>
      <p:sp>
        <p:nvSpPr>
          <p:cNvPr id="180" name="Google Shape;180;p19"/>
          <p:cNvSpPr txBox="1"/>
          <p:nvPr>
            <p:ph idx="1" type="body"/>
          </p:nvPr>
        </p:nvSpPr>
        <p:spPr>
          <a:xfrm>
            <a:off x="416550" y="1150825"/>
            <a:ext cx="83781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모델 상태 (Model States): 대규모 모델의 경우 메모리의 대부분은 옵티마이저 상태(Adam의 모멘텀 및 분산 등), 그라디언트(gradients), 파라미터(parameters)를 포함하는 모델 상태가 차지합니다.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잔여 상태 (Residual States): 나머지 메모리는 활성화(activation), 임시 버퍼, 사용할 수 없는 단편화된 메모리가 소비하며, 이를 통칭하여 잔여 상태라고 합니다.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두 부분이 서로 다른 방식으로 최적화를 해야하기 때문에 분리했다고 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모델 상태에 해당하는 최적화 -&gt; ZeRO-DP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잔여 상태에 해당하는 최적화 -&gt; ZeRO-R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0"/>
          <p:cNvSpPr txBox="1"/>
          <p:nvPr>
            <p:ph type="title"/>
          </p:nvPr>
        </p:nvSpPr>
        <p:spPr>
          <a:xfrm>
            <a:off x="416550" y="415250"/>
            <a:ext cx="75057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뭘 쪼개면 얼마만큼 감소할까?</a:t>
            </a:r>
            <a:endParaRPr/>
          </a:p>
        </p:txBody>
      </p:sp>
      <p:sp>
        <p:nvSpPr>
          <p:cNvPr id="186" name="Google Shape;186;p20"/>
          <p:cNvSpPr txBox="1"/>
          <p:nvPr>
            <p:ph idx="1" type="body"/>
          </p:nvPr>
        </p:nvSpPr>
        <p:spPr>
          <a:xfrm>
            <a:off x="416550" y="1150825"/>
            <a:ext cx="83781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옵티마이저 상태 분할 (Pos​): 4배 메모리 감소, DP와 동일한 통신량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그라디언트 분할 추가 (Pos+g​): 8배 메모리 감소, DP와 동일한 통신량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파라미터 분할 추가 (Pos+g+p​): 메모리 감소는 DP 차수(Nd​)에 선형적으로 비례</a:t>
            </a:r>
            <a:br>
              <a:rPr lang="ko"/>
            </a:br>
            <a:r>
              <a:rPr lang="ko"/>
              <a:t>64개의 GPU(Nd​=64) -&gt; 64배의 메모리 감소 효과가 있습니다. 통신량은 약 50% 정도 증가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그리고 최근 LLM은 모델 파라미터 까지의</a:t>
            </a:r>
            <a:br>
              <a:rPr lang="ko"/>
            </a:br>
            <a:r>
              <a:rPr lang="ko"/>
              <a:t> 분리도 필요로 한다.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통신 오버헤드를 많이 잡아먹더라도 </a:t>
            </a:r>
            <a:br>
              <a:rPr lang="ko"/>
            </a:br>
            <a:r>
              <a:rPr lang="ko"/>
              <a:t>선형적으로 크기를 확장 가능한 솔루션을</a:t>
            </a:r>
            <a:br>
              <a:rPr lang="ko"/>
            </a:br>
            <a:r>
              <a:rPr lang="ko"/>
              <a:t>원함</a:t>
            </a:r>
            <a:endParaRPr/>
          </a:p>
        </p:txBody>
      </p:sp>
      <p:pic>
        <p:nvPicPr>
          <p:cNvPr id="187" name="Google Shape;187;p20" title="0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98250" y="2528775"/>
            <a:ext cx="5645750" cy="2614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1"/>
          <p:cNvSpPr txBox="1"/>
          <p:nvPr>
            <p:ph type="title"/>
          </p:nvPr>
        </p:nvSpPr>
        <p:spPr>
          <a:xfrm>
            <a:off x="416550" y="415250"/>
            <a:ext cx="75057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뭘 쪼개면 얼마만큼 감소할까? (100B 모델 병렬)</a:t>
            </a:r>
            <a:endParaRPr/>
          </a:p>
        </p:txBody>
      </p:sp>
      <p:sp>
        <p:nvSpPr>
          <p:cNvPr id="193" name="Google Shape;193;p21"/>
          <p:cNvSpPr txBox="1"/>
          <p:nvPr>
            <p:ph idx="1" type="body"/>
          </p:nvPr>
        </p:nvSpPr>
        <p:spPr>
          <a:xfrm>
            <a:off x="416550" y="1150825"/>
            <a:ext cx="83781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기존 라이브러리들이 5TFLOPS 정도를 하는 것에 비하면 대략 30TFLOPS 로 6배의 개선효과를 냄</a:t>
            </a:r>
            <a:br>
              <a:rPr lang="ko"/>
            </a:br>
            <a:r>
              <a:rPr lang="ko"/>
              <a:t>5%활용에서 30% 활용으로 증가하였으나 좀 더 최적화 여지는 많다.</a:t>
            </a:r>
            <a:br>
              <a:rPr lang="ko"/>
            </a:br>
            <a:r>
              <a:rPr lang="ko"/>
              <a:t>통신 오버헤드가 굉장히 성능을 많이 깍아먹는다고 볼 수 있다.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94" name="Google Shape;194;p21" title="2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45800" y="2292950"/>
            <a:ext cx="6198201" cy="28505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22"/>
          <p:cNvSpPr txBox="1"/>
          <p:nvPr>
            <p:ph type="title"/>
          </p:nvPr>
        </p:nvSpPr>
        <p:spPr>
          <a:xfrm>
            <a:off x="416550" y="415250"/>
            <a:ext cx="75057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500"/>
              <a:t>옵티마이저가 왜 이렇게 많은 메모리를 차지 하는가?</a:t>
            </a:r>
            <a:endParaRPr sz="2500"/>
          </a:p>
        </p:txBody>
      </p:sp>
      <p:sp>
        <p:nvSpPr>
          <p:cNvPr id="200" name="Google Shape;200;p22"/>
          <p:cNvSpPr txBox="1"/>
          <p:nvPr>
            <p:ph idx="1" type="body"/>
          </p:nvPr>
        </p:nvSpPr>
        <p:spPr>
          <a:xfrm>
            <a:off x="382950" y="1143100"/>
            <a:ext cx="83781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파라미터나 기울기 자체는 2로 설명되어있는데 2Byte = 16bit = fp16 or bf16 사용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옵티마이저는 fp32를 사용함 underflow 현상을 방지하기 위함 : 미세한 가중치를 계속 누적하는 형태이기 때문에 낮은 정밀도에서는 언더 플로우가 발생하게 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그렇게 하기 위해서 원본 파라미터 복사본 32bit + 모멘텀 32bit + 분산 32bit(2차 모멘트)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 strike="sngStrike"/>
              <a:t>모멘텀이 비싸다고 ADAM 안쓰겠다는 이런 이야기는 하지 말자</a:t>
            </a:r>
            <a:endParaRPr strike="sngStrike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하지만 이러한 모멘텀들을 근사하거나 압축하는 기술들도 존재함(어펜딕스 참고)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3"/>
          <p:cNvSpPr txBox="1"/>
          <p:nvPr>
            <p:ph type="title"/>
          </p:nvPr>
        </p:nvSpPr>
        <p:spPr>
          <a:xfrm>
            <a:off x="416550" y="415250"/>
            <a:ext cx="75057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잔여 상태 메모리 최적화</a:t>
            </a:r>
            <a:endParaRPr/>
          </a:p>
        </p:txBody>
      </p:sp>
      <p:sp>
        <p:nvSpPr>
          <p:cNvPr id="206" name="Google Shape;206;p23"/>
          <p:cNvSpPr txBox="1"/>
          <p:nvPr>
            <p:ph idx="1" type="body"/>
          </p:nvPr>
        </p:nvSpPr>
        <p:spPr>
          <a:xfrm>
            <a:off x="416550" y="1150825"/>
            <a:ext cx="83781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활성화값 : 시퀀스 길이 1K 및 배치 크기 32로 학습된 1.5B 파라미터 GPT-2 모델은 약 60GB의 메모리를 필요</a:t>
            </a:r>
            <a:br>
              <a:rPr lang="ko"/>
            </a:br>
            <a:r>
              <a:rPr lang="ko"/>
              <a:t>활성화 재계산(일종의 체크포인트) 기법을 사용하여서 33% 오버헤드로 제곱근의 메모리 소모량을 지님</a:t>
            </a:r>
            <a:br>
              <a:rPr lang="ko"/>
            </a:br>
            <a:r>
              <a:rPr lang="ko"/>
              <a:t>적절한 경우 활성화를 CPU로 오프로드 가능. ZeRO-R은 활성화 분할 기법을 적용시켰다고 함.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임시 버퍼 : 계산을 위해서 미리 어느정도 잡아두어야하는 메모리들. 기울기 all-reduce or norm 같은 것을 계산할때 사용 1.5B모델을 fp32 버퍼는 6GB 소모 모델 사이즈의 두배는 먹는다는 의미</a:t>
            </a:r>
            <a:br>
              <a:rPr lang="ko"/>
            </a:b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메모리 단편화 : 연산을 위해서는 메모리 접근을 연속적으로 되어야만함. 단편화 문제는 이러한 연속적인 공간으 없애버려 메모리 할당실패를 만들 수 있음 -&gt; 텐서들의 수명을 관리해서 해결했다고 함</a:t>
            </a:r>
            <a:br>
              <a:rPr lang="ko"/>
            </a:br>
            <a:r>
              <a:rPr lang="ko"/>
              <a:t>수명이 짧은 메모리 객체와 수명이 긴 메모리 객체들을 추척 </a:t>
            </a:r>
            <a:br>
              <a:rPr lang="ko"/>
            </a:br>
            <a:r>
              <a:rPr lang="ko"/>
              <a:t>	-&gt; 수명 긴 것 : 활성화 체크포인트(순전파), 파라미터 그라디언트(역전파) -&gt; 미리 할당된 메모리를 제공해줌</a:t>
            </a:r>
            <a:br>
              <a:rPr lang="ko"/>
            </a:br>
            <a:r>
              <a:rPr lang="ko"/>
              <a:t>	     짧은것  : 재계산되는 활성화(순전파), 활성화 그라디언트(역전파)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4"/>
          <p:cNvSpPr txBox="1"/>
          <p:nvPr>
            <p:ph type="title"/>
          </p:nvPr>
        </p:nvSpPr>
        <p:spPr>
          <a:xfrm>
            <a:off x="416550" y="415250"/>
            <a:ext cx="75057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통신 오버헤드</a:t>
            </a:r>
            <a:endParaRPr/>
          </a:p>
        </p:txBody>
      </p:sp>
      <p:sp>
        <p:nvSpPr>
          <p:cNvPr id="212" name="Google Shape;212;p24"/>
          <p:cNvSpPr txBox="1"/>
          <p:nvPr>
            <p:ph idx="1" type="body"/>
          </p:nvPr>
        </p:nvSpPr>
        <p:spPr>
          <a:xfrm>
            <a:off x="416550" y="1150825"/>
            <a:ext cx="83781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Pos+Pg </a:t>
            </a:r>
            <a:r>
              <a:rPr lang="ko"/>
              <a:t>방식은 통신 오버헤드를 발생시키지 않음 모델의 파라미터를 쪼개는 Pp 는 1.5배의 통신을 발생시킴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기존 Data parellel 하는 과정은 scatter-reduce 작업과 all-gather 작업 파라미터의 2배의 통신량을 요구함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Pos+Pg 방식은 동일하게 파라미터의 2배의 통신량을 요구하며 추가 오버헤드가 부과되지 않음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Pp는 자신이 가진 파편 (파라미터수/GPU 수) 를 GPU 수 만큼 전송해야 함으로 파라미터수만큼의 전송량이 필요함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5"/>
          <p:cNvSpPr txBox="1"/>
          <p:nvPr>
            <p:ph type="title"/>
          </p:nvPr>
        </p:nvSpPr>
        <p:spPr>
          <a:xfrm>
            <a:off x="416550" y="415250"/>
            <a:ext cx="75057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메가트론보다 더 나은 이유</a:t>
            </a:r>
            <a:endParaRPr/>
          </a:p>
        </p:txBody>
      </p:sp>
      <p:sp>
        <p:nvSpPr>
          <p:cNvPr id="218" name="Google Shape;218;p25"/>
          <p:cNvSpPr txBox="1"/>
          <p:nvPr>
            <p:ph idx="1" type="body"/>
          </p:nvPr>
        </p:nvSpPr>
        <p:spPr>
          <a:xfrm>
            <a:off x="416550" y="1150825"/>
            <a:ext cx="83781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메가트론은 MP 를 할때 한 노드에 못 넣으니 10G 느린 연결을 사용해서 MP를 할 수 밖에 없었음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ZeRO는 모델 파라미터 이외부분을 쪼갤 수 이 있으니 이 오버헤드를 줄여서 MP를 노드안에서 수용가능함</a:t>
            </a:r>
            <a:endParaRPr/>
          </a:p>
        </p:txBody>
      </p:sp>
      <p:sp>
        <p:nvSpPr>
          <p:cNvPr id="219" name="Google Shape;219;p25"/>
          <p:cNvSpPr/>
          <p:nvPr/>
        </p:nvSpPr>
        <p:spPr>
          <a:xfrm>
            <a:off x="721000" y="2277500"/>
            <a:ext cx="2343900" cy="2576100"/>
          </a:xfrm>
          <a:prstGeom prst="rect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0" name="Google Shape;220;p25"/>
          <p:cNvSpPr txBox="1"/>
          <p:nvPr/>
        </p:nvSpPr>
        <p:spPr>
          <a:xfrm>
            <a:off x="1030425" y="2308450"/>
            <a:ext cx="197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서버1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25"/>
          <p:cNvSpPr/>
          <p:nvPr/>
        </p:nvSpPr>
        <p:spPr>
          <a:xfrm>
            <a:off x="5050850" y="2277500"/>
            <a:ext cx="2343900" cy="2576100"/>
          </a:xfrm>
          <a:prstGeom prst="rect">
            <a:avLst/>
          </a:prstGeom>
          <a:solidFill>
            <a:schemeClr val="lt2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5"/>
          <p:cNvSpPr txBox="1"/>
          <p:nvPr/>
        </p:nvSpPr>
        <p:spPr>
          <a:xfrm>
            <a:off x="5360275" y="2308450"/>
            <a:ext cx="19728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서버2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3" name="Google Shape;223;p25"/>
          <p:cNvCxnSpPr>
            <a:stCxn id="219" idx="3"/>
            <a:endCxn id="221" idx="1"/>
          </p:cNvCxnSpPr>
          <p:nvPr/>
        </p:nvCxnSpPr>
        <p:spPr>
          <a:xfrm>
            <a:off x="3064900" y="3565550"/>
            <a:ext cx="1986000" cy="0"/>
          </a:xfrm>
          <a:prstGeom prst="straightConnector1">
            <a:avLst/>
          </a:prstGeom>
          <a:noFill/>
          <a:ln cap="flat" cmpd="sng" w="76200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24" name="Google Shape;224;p25"/>
          <p:cNvSpPr txBox="1"/>
          <p:nvPr/>
        </p:nvSpPr>
        <p:spPr>
          <a:xfrm>
            <a:off x="3412200" y="2949550"/>
            <a:ext cx="44559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10G</a:t>
            </a:r>
            <a:br>
              <a:rPr lang="ko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ko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여기서는 MP 안함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25"/>
          <p:cNvSpPr/>
          <p:nvPr/>
        </p:nvSpPr>
        <p:spPr>
          <a:xfrm>
            <a:off x="860250" y="2803550"/>
            <a:ext cx="1075200" cy="255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GPU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25"/>
          <p:cNvSpPr/>
          <p:nvPr/>
        </p:nvSpPr>
        <p:spPr>
          <a:xfrm>
            <a:off x="860250" y="3169050"/>
            <a:ext cx="1075200" cy="255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GPU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7" name="Google Shape;227;p25"/>
          <p:cNvSpPr/>
          <p:nvPr/>
        </p:nvSpPr>
        <p:spPr>
          <a:xfrm>
            <a:off x="860250" y="3534550"/>
            <a:ext cx="1075200" cy="255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GPU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8" name="Google Shape;228;p25"/>
          <p:cNvSpPr/>
          <p:nvPr/>
        </p:nvSpPr>
        <p:spPr>
          <a:xfrm>
            <a:off x="860250" y="3900050"/>
            <a:ext cx="1075200" cy="255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GPU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29" name="Google Shape;229;p25"/>
          <p:cNvCxnSpPr>
            <a:stCxn id="225" idx="3"/>
            <a:endCxn id="228" idx="3"/>
          </p:cNvCxnSpPr>
          <p:nvPr/>
        </p:nvCxnSpPr>
        <p:spPr>
          <a:xfrm>
            <a:off x="1935450" y="2931200"/>
            <a:ext cx="600" cy="10965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0" name="Google Shape;230;p25"/>
          <p:cNvCxnSpPr>
            <a:stCxn id="226" idx="3"/>
            <a:endCxn id="227" idx="3"/>
          </p:cNvCxnSpPr>
          <p:nvPr/>
        </p:nvCxnSpPr>
        <p:spPr>
          <a:xfrm>
            <a:off x="1935450" y="3296700"/>
            <a:ext cx="600" cy="3654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1" name="Google Shape;231;p25"/>
          <p:cNvSpPr txBox="1"/>
          <p:nvPr/>
        </p:nvSpPr>
        <p:spPr>
          <a:xfrm>
            <a:off x="2173575" y="3180650"/>
            <a:ext cx="882000" cy="78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300GBps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 sz="1300">
                <a:solidFill>
                  <a:schemeClr val="dk2"/>
                </a:solidFill>
                <a:latin typeface="Calibri"/>
                <a:ea typeface="Calibri"/>
                <a:cs typeface="Calibri"/>
                <a:sym typeface="Calibri"/>
              </a:rPr>
              <a:t>여기만 MP 함</a:t>
            </a:r>
            <a:endParaRPr sz="1300">
              <a:solidFill>
                <a:schemeClr val="dk2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2" name="Google Shape;232;p25"/>
          <p:cNvSpPr/>
          <p:nvPr/>
        </p:nvSpPr>
        <p:spPr>
          <a:xfrm>
            <a:off x="5360275" y="2803550"/>
            <a:ext cx="1075200" cy="255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GPU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3" name="Google Shape;233;p25"/>
          <p:cNvSpPr/>
          <p:nvPr/>
        </p:nvSpPr>
        <p:spPr>
          <a:xfrm>
            <a:off x="5360275" y="3169050"/>
            <a:ext cx="1075200" cy="255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GPU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25"/>
          <p:cNvSpPr/>
          <p:nvPr/>
        </p:nvSpPr>
        <p:spPr>
          <a:xfrm>
            <a:off x="5360275" y="3534550"/>
            <a:ext cx="1075200" cy="255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GPU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5" name="Google Shape;235;p25"/>
          <p:cNvSpPr/>
          <p:nvPr/>
        </p:nvSpPr>
        <p:spPr>
          <a:xfrm>
            <a:off x="5360275" y="3900050"/>
            <a:ext cx="1075200" cy="255300"/>
          </a:xfrm>
          <a:prstGeom prst="roundRect">
            <a:avLst>
              <a:gd fmla="val 16667" name="adj"/>
            </a:avLst>
          </a:prstGeom>
          <a:solidFill>
            <a:srgbClr val="F4CCCC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ko">
                <a:latin typeface="Calibri"/>
                <a:ea typeface="Calibri"/>
                <a:cs typeface="Calibri"/>
                <a:sym typeface="Calibri"/>
              </a:rPr>
              <a:t>GPU</a:t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236" name="Google Shape;236;p25"/>
          <p:cNvCxnSpPr>
            <a:stCxn id="232" idx="3"/>
            <a:endCxn id="235" idx="3"/>
          </p:cNvCxnSpPr>
          <p:nvPr/>
        </p:nvCxnSpPr>
        <p:spPr>
          <a:xfrm>
            <a:off x="6435475" y="2931200"/>
            <a:ext cx="600" cy="10965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237" name="Google Shape;237;p25"/>
          <p:cNvCxnSpPr>
            <a:stCxn id="233" idx="3"/>
            <a:endCxn id="234" idx="3"/>
          </p:cNvCxnSpPr>
          <p:nvPr/>
        </p:nvCxnSpPr>
        <p:spPr>
          <a:xfrm>
            <a:off x="6435475" y="3296700"/>
            <a:ext cx="600" cy="365400"/>
          </a:xfrm>
          <a:prstGeom prst="bentConnector3">
            <a:avLst>
              <a:gd fmla="val 39687500" name="adj1"/>
            </a:avLst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26"/>
          <p:cNvSpPr txBox="1"/>
          <p:nvPr>
            <p:ph type="title"/>
          </p:nvPr>
        </p:nvSpPr>
        <p:spPr>
          <a:xfrm>
            <a:off x="416550" y="415250"/>
            <a:ext cx="8378100" cy="55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ko" sz="2600"/>
              <a:t>그러면 노드의 크기가 모델의 최대 학습 가능속도?</a:t>
            </a:r>
            <a:endParaRPr sz="2600"/>
          </a:p>
        </p:txBody>
      </p:sp>
      <p:sp>
        <p:nvSpPr>
          <p:cNvPr id="243" name="Google Shape;243;p26"/>
          <p:cNvSpPr txBox="1"/>
          <p:nvPr>
            <p:ph idx="1" type="body"/>
          </p:nvPr>
        </p:nvSpPr>
        <p:spPr>
          <a:xfrm>
            <a:off x="416550" y="1150825"/>
            <a:ext cx="8378100" cy="362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ko"/>
              <a:t>부분적으로는 TRUE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여기서는 GPU 의 여유공간이 있고 이를 레이어 계산에 필요한 파라미터를 미리 받음 -&gt; 다음 레이어 계산으로 넘어가기 위해 방금 브로드캐스트로 받아왔던 파라미터를 즉시 삭제 -&gt; 통신 대역폭이 쉬는 타이밍을 최적화 해서 이를 해결함</a:t>
            </a:r>
            <a:endParaRPr/>
          </a:p>
          <a:p>
            <a:pPr indent="45720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ko"/>
              <a:t>-&gt; GPU의 Vram 여유 공간과 모델의 아키텍처에 따라서 가능하지 않을 수 도 있음 ( TRM 이라면?)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ko"/>
              <a:t>pipeline parallel 또는 Expert parallel (MOE) 하게 나누게 된다면 이러한 상황에서는 더 확장가능함 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hift">
  <a:themeElements>
    <a:clrScheme name="Shift">
      <a:dk1>
        <a:srgbClr val="FFFFFF"/>
      </a:dk1>
      <a:lt1>
        <a:srgbClr val="AF7B51"/>
      </a:lt1>
      <a:dk2>
        <a:srgbClr val="233A44"/>
      </a:dk2>
      <a:lt2>
        <a:srgbClr val="D9D9D9"/>
      </a:lt2>
      <a:accent1>
        <a:srgbClr val="00796B"/>
      </a:accent1>
      <a:accent2>
        <a:srgbClr val="D9563F"/>
      </a:accent2>
      <a:accent3>
        <a:srgbClr val="C4A15A"/>
      </a:accent3>
      <a:accent4>
        <a:srgbClr val="14F597"/>
      </a:accent4>
      <a:accent5>
        <a:srgbClr val="3D4594"/>
      </a:accent5>
      <a:accent6>
        <a:srgbClr val="163EF5"/>
      </a:accent6>
      <a:hlink>
        <a:srgbClr val="3D4594"/>
      </a:hlink>
      <a:folHlink>
        <a:srgbClr val="3D4594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