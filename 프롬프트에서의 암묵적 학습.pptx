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274d01a2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274d01a2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274d01a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274d01a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274d01a2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274d01a2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274d01a2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274d01a2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274d01a2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274d01a2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2761466e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2761466e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2761466e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2761466e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2761466e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2761466e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2761466e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2761466e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SdDs0ScOFSU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Learning without training: The implicit dynamics of in-context learning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2507.16003v1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구글</a:t>
            </a:r>
            <a:r>
              <a:rPr lang="ko" strike="sngStrike"/>
              <a:t>(이라서 가져옴)</a:t>
            </a:r>
            <a:endParaRPr strike="sng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 주제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</a:rPr>
              <a:t>파라미터를 업데이트하지 않고도 프롬프트만으로 학습된 것과 같은 효과가 나타나는가?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000" u="sng">
                <a:solidFill>
                  <a:schemeClr val="hlink"/>
                </a:solidFill>
                <a:hlinkClick r:id="rId3"/>
              </a:rPr>
              <a:t>https://www.youtube.com/watch?v=SdDs0ScOFSU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000">
                <a:solidFill>
                  <a:schemeClr val="dk1"/>
                </a:solidFill>
              </a:rPr>
              <a:t>챗 GPT는 엄랭도 잘 할 수 있는가?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주장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2850" y="1226725"/>
            <a:ext cx="6061151" cy="391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13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프롬프트를 통해서 학습이 일어난 것 처럼 보이는 이유는 트랜스포머에 내장된 아키텍처 특성에서 비롯된다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셀프 어텐션과 MLP 에서 일어난다고 주장함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사진:</a:t>
            </a:r>
            <a:r>
              <a:rPr lang="ko"/>
              <a:t>wikidocs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컨텍스추얼 블록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논문에서 제시하는 개념적 구조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Contextual Block = 컨텍스트 레이어 + 기본신경망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Contextual Layer : 이게 셀프어텐션이 수행하는 역할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기본신경망 : MLP(FFN)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가중치를 수정해주는 역할(실제로는 수정안함)을 self attention 이 수행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일반적으로 생각하는 부분은 FFN이 담당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가중치 업데이트 과정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38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MLP</a:t>
            </a:r>
            <a:r>
              <a:rPr lang="ko"/>
              <a:t>가 사용하는 최종 가중치 Weff 는 원본 가중치에 업데이트가 이루어진 형태이다.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업데이트는 프롬프트로 생성된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프롬프트에서 규칙을 학습한다면 이것의 입력과 출력에 각각 해당하는 것이 K,V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이렇게 만들어진 low rank 행렬이 self attention에 의해서 만들어짐</a:t>
            </a:r>
            <a:endParaRPr/>
          </a:p>
        </p:txBody>
      </p:sp>
      <p:pic>
        <p:nvPicPr>
          <p:cNvPr id="81" name="Google Shape;81;p17" title="스크린샷 2025-08-01 오후 4.26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350" y="1152475"/>
            <a:ext cx="407670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스크린샷 2025-08-01 오후 4.28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2900" y="2047825"/>
            <a:ext cx="31051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701300" y="3094100"/>
            <a:ext cx="442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+ 논문에서는 이러한 과정이 경사하강법과 유사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/>
              <a:t>가중치 업데이트 = 학습률 * 오차 * 입력 데이터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Δ</a:t>
            </a:r>
            <a:r>
              <a:rPr lang="ko" sz="1800">
                <a:solidFill>
                  <a:schemeClr val="dk2"/>
                </a:solidFill>
              </a:rPr>
              <a:t>W에서 V가 레이블, K는 입력데이터 역할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증명과정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f(h) = W₀</a:t>
            </a:r>
            <a:r>
              <a:rPr lang="ko"/>
              <a:t>h -&gt; f는 선형 레이어(활성화함수와 bias 없음) 이것이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(W₀ + ΔW)h -&gt; 컨텍스쳐 블록과 일치한다는 것을 증명한다는 내용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아래식은 “</a:t>
            </a:r>
            <a:r>
              <a:rPr b="1" lang="ko" sz="1100">
                <a:solidFill>
                  <a:schemeClr val="dk1"/>
                </a:solidFill>
              </a:rPr>
              <a:t>Δ</a:t>
            </a:r>
            <a:r>
              <a:rPr lang="ko"/>
              <a:t>W 의 효과는 분배법칙에 의해서 원래의 계산에 더해지는 형태임”을 보여주는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A(C\Y, x) : self attention이 MLP에 넣어주는 입력 값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C : 정답예시 + 쿼리 , Y :정답 예시, x : 쿼리</a:t>
            </a:r>
            <a:endParaRPr/>
          </a:p>
        </p:txBody>
      </p:sp>
      <p:pic>
        <p:nvPicPr>
          <p:cNvPr id="90" name="Google Shape;90;p18" title="스크린샷 2025-08-01 오후 4.58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1013"/>
            <a:ext cx="9144002" cy="17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 결과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 1,2 는 상관관계를 증명, 실험 3는 은 인과관계를 증명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 1 : </a:t>
            </a:r>
            <a:r>
              <a:rPr lang="ko" u="sng"/>
              <a:t>프롬프트를 받은 모델의 표준 출력값</a:t>
            </a:r>
            <a:r>
              <a:rPr lang="ko"/>
              <a:t>과 공식으로 암시적 업데이트 행렬 ΔW를 직접 계산하여, 이를 </a:t>
            </a:r>
            <a:r>
              <a:rPr lang="ko" u="sng"/>
              <a:t>MLP의 원본 가중치 W₀에 더한 '수정된 모델'의 출력값</a:t>
            </a:r>
            <a:endParaRPr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-&gt; 수식으로도 증명됬고 결과도 거의 동일함(비선형 요소(소프트맥스 등등)은 근사치를 사용)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실험2: </a:t>
            </a:r>
            <a:r>
              <a:rPr b="1" lang="ko" sz="1100">
                <a:solidFill>
                  <a:schemeClr val="dk1"/>
                </a:solidFill>
              </a:rPr>
              <a:t>Δ</a:t>
            </a:r>
            <a:r>
              <a:rPr lang="ko"/>
              <a:t>W (암시적 업데이트 행렬) 를 SVD를 수행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컨텍스트의 key 와 value로 구성되니까 low rank여야 한다고 주장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소수의 특이값만이 행렬의 거의 모든 정보를 설명 -&gt; low rank 행렬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 3 : self attention은 V 부분을 가리고 FNN은 부분은 안가리고 했을때 ICL이 붕괴함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(왜 그러한지는 5페이지를 참고) -&gt; 만약에 FNN 부분에서 ICL이 일어났다면 ICL 이 붕괴하지 않음 KV를 통해서 학습을 했을테니까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ICL</a:t>
            </a:r>
            <a:r>
              <a:rPr lang="ko"/>
              <a:t>과 학습과 차이 (유사성을 보여주는 부분)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초기에는 더 크게 영향을 끼침 로스도 크고 가중치도 크게 수정함을 의미함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오른쪽은 확대된 버전인데 매우~~~~~ 유사함을 의미함 양상만 유사한게 아니라 업데이트 자체가 같음</a:t>
            </a:r>
            <a:endParaRPr/>
          </a:p>
        </p:txBody>
      </p:sp>
      <p:pic>
        <p:nvPicPr>
          <p:cNvPr id="103" name="Google Shape;103;p20" title="스크린샷 2025-08-01 오후 5.30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70046"/>
            <a:ext cx="9143999" cy="267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한계점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'어떻게'는 설명했지만 '왜'는 아니다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트랜스포머 아키텍처에 한정됨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이론적 간소화 -&gt; 소프트맥스 같이 비선형 함수에는 근사로 했음 이게 부정확성을 내제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사견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LoRA 랑 기전이 비슷함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차이점은 LoRA는 런타임에 학습을 시키지는 않는다는 것(머지하지않는다면 리소스는 비슷할듯)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SSM 기반 모델에서 ICL 과정을 주입시켜준다면 트랜스포머와 유사한 추론성능을 낼 가능성 높음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실험 결과는 너무 당연한 것이고 예상한대로 결과도 나왔다. 이것을 수식적으로 증명되었고 이제는 감이 아니라 진짜 학습을 한다고 주장이 가능하다.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