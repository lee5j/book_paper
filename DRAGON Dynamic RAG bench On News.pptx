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309b501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309b501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309b5019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309b5019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309b5019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309b5019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309b5019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309b5019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30bb3260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30bb326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309b5019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309b5019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309b5019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309b5019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30bb3260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30bb3260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30bb3260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30bb3260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700"/>
              <a:t>DRAGON</a:t>
            </a:r>
            <a:endParaRPr sz="4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4700"/>
              <a:t>Dynamic RAG bench On News</a:t>
            </a:r>
            <a:endParaRPr sz="47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25.07 </a:t>
            </a:r>
            <a:r>
              <a:rPr lang="ko"/>
              <a:t>러시아 대학 다수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RAG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모델 성능 개선은 거의 임계점이 왔다.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어떻게 사용할지에 좀 더 집중하고자 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가져온 문서를 넣어서 모델이 잘 이해하고 좋은 성능을 보여주지만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문서를 잘 가져오는 것은 여전히 어렵다.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컨텍스트 길이가 증가할때 성능하락과 확각증상도 증가한다.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low-shot 과 high-accuracy 는 항상 트레이드오프관계에 있다.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다른 RAG 벤치마크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</a:rPr>
              <a:t>CRAG (Comprehensive RAG Benchmark)</a:t>
            </a:r>
            <a:r>
              <a:rPr lang="ko" sz="1600">
                <a:solidFill>
                  <a:schemeClr val="dk1"/>
                </a:solidFill>
              </a:rPr>
              <a:t>: 웹검색,KG 검색을 시뮬레이션 하는 모의 API 제공, 5개 도메인,  4.4K 질답 쌍, 정보의 최신성, 인기도 고려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</a:rPr>
              <a:t>RAGBench</a:t>
            </a:r>
            <a:r>
              <a:rPr lang="ko" sz="1600">
                <a:solidFill>
                  <a:schemeClr val="dk1"/>
                </a:solidFill>
              </a:rPr>
              <a:t> : 설명가능한 벤치마크 PubMedQA(바이오), HotpotQA(위키+추론), CUAD(법률) 데이터 셋 지원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600">
                <a:solidFill>
                  <a:schemeClr val="dk1"/>
                </a:solidFill>
              </a:rPr>
              <a:t>RGB (Retrieval-Augmented Generation Benchmark)</a:t>
            </a:r>
            <a:r>
              <a:rPr lang="ko" sz="1600">
                <a:solidFill>
                  <a:schemeClr val="dk1"/>
                </a:solidFill>
              </a:rPr>
              <a:t> : 노이즈 강건성, 부정적 거부(답변X -&gt; 답변 거부), 정보 통합, 반사실적 강건성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새로운점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trike="sngStrike"/>
              <a:t>러시아어도 지원한다.</a:t>
            </a:r>
            <a:br>
              <a:rPr lang="ko"/>
            </a:br>
            <a:r>
              <a:rPr lang="ko"/>
              <a:t>기존 : 위키의 스냅샷 -&gt; DRAGON : 위키 스냅샷 + 매일 지식 업데이트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dynamic 하지만 허깅페이스에서 버전 컨트롤을 통해서 재현성을 유지했다.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trike="sngStrike"/>
              <a:t>(저장 비용은 허깅페이스에 전가가능하다.)</a:t>
            </a:r>
            <a:endParaRPr strike="sngStrike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자동 질문 생성 파이프라인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리더 보드 제공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파이프라인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유저는 라이브러리를 통해서 다운 받아서 벤치마크를 돌릴 수 있음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논문 제작자들이 매일 버전을 업데이트함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크롤러는 뉴스를 수집하고 이를 바탕으로 질문 정답 데이터 셋을 추가함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LLM 을 통해서 주어, 목적어, 관계 추출 -&gt; 위키 데이터와 일치시 폐기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4152" y="0"/>
            <a:ext cx="234984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질답쌍의 질적 평가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문해력, 명확성, 자연스러움 등 품질 관련 기준에서는 좋은 점수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 모델의 성능이 충분하고 이것이 우열을 가리지는 못함(벤치마크로서 굳이 필요할까?)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독창성 부분에서는 상대적으로 낮은 점수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 자연어니까 발생할 수 있다고 생각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 질답을 벤치마크하는게 크기 의미 없다고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생각</a:t>
            </a:r>
            <a:endParaRPr/>
          </a:p>
        </p:txBody>
      </p:sp>
      <p:pic>
        <p:nvPicPr>
          <p:cNvPr id="87" name="Google Shape;87;p18" title="스크린샷 2025-08-29 오전 3.42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075" y="2349324"/>
            <a:ext cx="4857924" cy="279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리트리버 벤치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일반적으로 성능의 한계점에 도달함,(</a:t>
            </a:r>
            <a:r>
              <a:rPr lang="ko"/>
              <a:t>NDCG는 검색 순위의 품질)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 Out of Domain에서는 약함 (경험담)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 일반적이지 않은 주제에 해당할 수록 낮아질 가능성이 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-&gt; 실험에서는 5 shot 으로 진행</a:t>
            </a:r>
            <a:endParaRPr/>
          </a:p>
        </p:txBody>
      </p:sp>
      <p:pic>
        <p:nvPicPr>
          <p:cNvPr id="94" name="Google Shape;94;p19" title="스크린샷 2025-08-29 오전 3.54.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9963" y="3352800"/>
            <a:ext cx="5534025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E2E</a:t>
            </a:r>
            <a:r>
              <a:rPr lang="ko"/>
              <a:t> 벤치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Rouge-L :생성한 결과물과 사람이 만든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정답</a:t>
            </a:r>
            <a:r>
              <a:rPr lang="ko"/>
              <a:t>의 순서를 유지하면서 얼마나 길게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일치하는지 -&gt; 부정확함…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SM:Substring Matching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judge score : 이건 LLM 프롬프트로 구현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 굉장히 한계가 명백하고 치팅하기 쉬운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메트릭을 사용함</a:t>
            </a:r>
            <a:endParaRPr/>
          </a:p>
        </p:txBody>
      </p:sp>
      <p:pic>
        <p:nvPicPr>
          <p:cNvPr id="101" name="Google Shape;101;p20" title="스크린샷 2025-08-28 오후 10.15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648" y="0"/>
            <a:ext cx="493235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E2E </a:t>
            </a:r>
            <a:r>
              <a:rPr lang="ko"/>
              <a:t>벤치마크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일반적으로 검색과 생성을 나눠서 벤치마크를 진행함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End to End 로 두개를 합쳐서 리더보드를 진행하는것은 이것이 유일함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 의미가 있는 리더보드일지는 의문, 생성 잘하는 LLM + 검색잘하는 시스템 -&gt; E2E에서도 1등 할 가능성이 크지 않나? 굳이 이것을 따로 관리 해야하는 가에는 의문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+ </a:t>
            </a:r>
            <a:r>
              <a:rPr lang="ko"/>
              <a:t>다른 RAG 평가도구 (RAGAS)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Toxicity / Safety :</a:t>
            </a:r>
            <a:r>
              <a:rPr lang="ko">
                <a:solidFill>
                  <a:schemeClr val="dk1"/>
                </a:solidFill>
              </a:rPr>
              <a:t> 편향이나 유해한 내용이 포함될 가능성이 있음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LLM as a judge : LLM의 성능에 영향을 크게 받음(장단점이 있음)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실제 정답 데이터를 필요하지 않음 (자동으로 생성하는 파이프라인 존재)</a:t>
            </a: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RAG 시스템에서 생성,검색을 나눠서 분석하는 진단도구의 성격이 강함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&lt;-&gt; DRAGON 은 벤치마크의 성격이 강함, 그래서 리더보드 또한 관리하는 것으로 보임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