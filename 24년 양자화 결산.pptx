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1.xml"/><Relationship Id="rId18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adbc77a8e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adbc77a8e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2adbc77a8e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2adbc77a8e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2adbc77a8e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2adbc77a8e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2adbc77a8e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2adbc77a8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2adbc77a8e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2adbc77a8e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2adbc77a8e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2adbc77a8e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2581e87c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2581e87c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2adbc77a8e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2adbc77a8e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2adbc77a8e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2adbc77a8e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24</a:t>
            </a:r>
            <a:r>
              <a:rPr lang="ko"/>
              <a:t>년 양자화 결산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들어가기 전에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perplexity 정보 이론에서 복잡성이 클수록 관찰자가 분포에서 도출될 값을 추측할 가능성이 줄어든다는 것 - &gt; 이를 우리는 당혹감, 자신감 없음을 의미 -&gt; LLM이 답을 도출하고 있지 못 찾았음을 의미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실제 응용 시나리오나 정성적인 요구사항을 온전히 반영하지 못할 수 있다는 우려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자신감이 있다고 했지 정답이라고 한적은 없음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비교적 계산이 단순하여, 대규모 LLM 실험에서 빠르고 일관된 ‘퍼스트 패스 지표’로 활용하기 쉽다.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이것도 통과하지 못한다면 양자화 방법론으로서 가치가 없다.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들어가기 전에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Perplexity </a:t>
            </a:r>
            <a:r>
              <a:rPr lang="ko"/>
              <a:t>가 들어보았을때는 벤치마크 치팅 하기 좋은 지표라는 느낌도 든다.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2~3비트까지는 perplexity로 더 이상 성능을 측정하기 힘든 수준의 성능발전이 있었다.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하지만 여전히 더 낮은 비트에서는 의미가 또한 생기기에 앞으로도 사용될 것으로 보이는 지표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24년 중반까지만 해도 4비트 밑으로는 PTQ 불가 -&gt; 24년말 지금은 2비트 PTQ도 존재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QAT로 제일 유명한것을 뽑으라면 1.58BitNet (너무 유명하니 따로 설명은 생략)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들어가기 전에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819150" y="180020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추론의 핵심 코스트는 연산보다는 메모리 대역폭에 병목이 있는 경우가 많다. -&gt; 연산량이 늘어도 메모리 대역폭을 적게 가져갈수 있다면 성능향상이 있을 가능성이 크다. -&gt; 정확히는 L2 캐시를 초과하지 않으면서 이 안에서 최대한 정확도 손실을 적게가져갈 수 있는 알고리즘 -&gt; 추론속도도 빠르고 정확도도 유지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현실은 추론속도는 찬밥 하지만 가볍죠?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추론속도를 생각한다면 INT4,8 FP4,8 계열이 우수한 것으로 보임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4비트까지 내려가는 것도 매우 어려운 작업이지만 4비트 언더는 정말 많은 것을 포기하고 많은 노력을 들어야 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이전까지는 PTQ는 최소한의 성능조차도 못받는 상황(Perplexity) QAT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QuIP:2비트 까지 가도 망가지지는 않음</a:t>
            </a:r>
            <a:endParaRPr/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3001"/>
              <a:t>2</a:t>
            </a:r>
            <a:r>
              <a:rPr lang="ko" sz="3001"/>
              <a:t>비트 까지 가면 스칼라 기반은 더 이상 사용할 수 없는 수준</a:t>
            </a:r>
            <a:endParaRPr sz="300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3001"/>
              <a:t>1.58BITNET 은 아예 처음부터 학습을 그렇게 시키지만 ptq는 불가능</a:t>
            </a:r>
            <a:endParaRPr sz="300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3001"/>
              <a:t>17-20 년 버트나 VAE 에 활용된것을 LLM에  잘 끌어왔지만</a:t>
            </a:r>
            <a:endParaRPr sz="300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3001"/>
              <a:t>하다마드 변환과 격자 기반 접근법으로 인해 추가 연산이 너무 많이 필요함</a:t>
            </a:r>
            <a:endParaRPr sz="3259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Arial"/>
                <a:ea typeface="Arial"/>
                <a:cs typeface="Arial"/>
                <a:sym typeface="Arial"/>
              </a:rPr>
              <a:t>AQLM 2401</a:t>
            </a:r>
            <a:endParaRPr/>
          </a:p>
        </p:txBody>
      </p:sp>
      <p:sp>
        <p:nvSpPr>
          <p:cNvPr id="159" name="Google Shape;159;p1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Vllm </a:t>
            </a:r>
            <a:r>
              <a:rPr lang="ko"/>
              <a:t>에도 구현된 2비트 양자화에서 상용레벨에서 사용할 수 있는 옵션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양자화 하는데는 정말 오래 걸리지만 추론 단계에서는 그나마 빠름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하지만 복잡한 코드북 (VQ위해 필요함) 이게 L1 캐시에 안들어가는 용량으로 연산에 있어서 최적화가 더 필요 -&gt; 해결되기 어려운 부분 SW 가 아닌 HW 쪽이 더 발전하는게 빠름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>
            <p:ph type="title"/>
          </p:nvPr>
        </p:nvSpPr>
        <p:spPr>
          <a:xfrm>
            <a:off x="819150" y="8365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QTIP 24.06-&gt;24.10</a:t>
            </a:r>
            <a:endParaRPr/>
          </a:p>
        </p:txBody>
      </p:sp>
      <p:sp>
        <p:nvSpPr>
          <p:cNvPr id="165" name="Google Shape;165;p1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파인튜닝을 하지 않아도 된다는 점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3중 가장 높은성능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비트시프트 트렐리스 추론에 약한 점을 보완한 방식 하드웨어 친화적인 구조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코드북을 저장 -&gt;  캐시 초과 -&gt; 트렐리스 구조를 저장하지 않고 계산만으로 복원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Viterbi는 노드 의존성이 있음 -&gt; 병렬화 불가 -&gt; 트렐리스를 여러 섹션으로 나누어 각 섹션을 독립적으로 처리-&gt; 노드를 독립적으로 연결 -&gt; 병렬 디코딩 가능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3606" y="199981"/>
            <a:ext cx="5384825" cy="47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앞으로 발전 방향은?</a:t>
            </a:r>
            <a:endParaRPr/>
          </a:p>
        </p:txBody>
      </p:sp>
      <p:sp>
        <p:nvSpPr>
          <p:cNvPr id="178" name="Google Shape;178;p2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단일 스칼라를 양자화 시키는 방식은 한계 -&gt; 여러가지 벡터를 묶어서 양자화 하려는 시도가 보임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1.58BITNET 또한 QAT 에서는 이론상 최적에 가까움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파라미터 자체를 뭉치는 것 또한 나올 것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HW 지원이 INT4, FP4 중심으로 가고있고, sparse matrix를 활용하려고 한다.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Mixed precision 또한 어떻게 비트를 분배할 것인가? 이것 또한 발전 가능성이 높음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멀티모달로 가게된다면 양자화의 새로운 고비가 시작될 것, 음성이나 비전은 양자화에 대해서 더 엄격함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HW </a:t>
            </a:r>
            <a:r>
              <a:rPr lang="ko"/>
              <a:t>트렌드</a:t>
            </a:r>
            <a:endParaRPr/>
          </a:p>
        </p:txBody>
      </p:sp>
      <p:sp>
        <p:nvSpPr>
          <p:cNvPr id="184" name="Google Shape;184;p2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/>
              <a:t>apple : int8,int4 mixed </a:t>
            </a:r>
            <a:r>
              <a:rPr lang="ko" sz="1500"/>
              <a:t>진행하고 있지만 int 2 까지도 갈까? 4bit 이하에서는 파라미터 수가 커야 어느정도 보완이 되는 경향이 있는데 파라미터를 늘리고 int2까지도 갈 가능성이 높아보임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/>
              <a:t>nvidia : 4bit 계열 양자화를 매우 밀어주고 있음, sparse matrix에 힘을 들이고 있음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Qualcomm : 벡터계열 양자화 기법을 발표, 4비트 지원하며 애플보다 더 좋은 설계능력을 가지고 있다고 생각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AMD, intel : NPU를 적극적으로 탑재하며 half precision 부터 mixed</a:t>
            </a:r>
            <a:r>
              <a:rPr lang="ko" sz="1500"/>
              <a:t> 한 설계 또한 지원 예정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