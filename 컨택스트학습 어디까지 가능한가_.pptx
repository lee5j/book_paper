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0df3225d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0df3225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0df3225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0df3225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0df3225d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0df3225d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0df3225d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0df3225d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0df3225d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0df3225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0df3225d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0df3225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0df3225d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0df3225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e98caf4e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e98caf4e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0e98caf4e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0e98caf4e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0e98caf4e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0e98caf4e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0e98caf4e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0e98caf4e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pdf/2503.03184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200"/>
              <a:t>컨택스트학습 어디까지 가능한가?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MS,Adrian de Wynter,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/>
              <a:t>https://arxiv.org/abs/2509.10414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strike="sngStrike"/>
              <a:t>저자가 1명</a:t>
            </a:r>
            <a:endParaRPr sz="1400" strike="sng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전통적인 인공지능 학습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입력을 관찰후 내제화함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ex) 가중치 업데이트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-&gt; 일반화 과정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300" y="1143000"/>
            <a:ext cx="5715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482900" y="4568875"/>
            <a:ext cx="434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출처 https://channel.io/ko/blog/articles/what-is-machine-learning-6f0de76a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</a:t>
            </a:r>
            <a:r>
              <a:rPr lang="ko"/>
              <a:t>학습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</a:t>
            </a:r>
            <a:r>
              <a:rPr lang="ko"/>
              <a:t>의 학습은 토큰을 예측하도록 학습함 =/= 입력을 관찰한 다음, 이를 자신의 지식 내에 인코딩(내재화)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자연어로 명시된 과제를 다음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토큰 예측을 통해 '해결'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-&gt;실행 시간에 자신의 상태를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수정 -&gt; 이상적(?)으로는 어떤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과제와 어떤 Q에 대해서도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새로운 관찰에 일반화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200" y="1620775"/>
            <a:ext cx="5679800" cy="29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097725" y="4568875"/>
            <a:ext cx="487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https://heidloff.net/article/causal-llm-seq2seq/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이상적(?)인 그림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OOD </a:t>
            </a:r>
            <a:r>
              <a:rPr lang="ko"/>
              <a:t>에 취야한 기존의 AI들 대신 LLM에게 프롬프트를 통해서 OOD 에 기존 지식을 사용할 수 있게 끌어내보자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chemeClr val="dk1"/>
                </a:solidFill>
              </a:rPr>
              <a:t>Language Generation in the Limit </a:t>
            </a:r>
            <a:r>
              <a:rPr lang="ko"/>
              <a:t>여기서는 언어생성과 데이터 레이블링은 다른 문제이다 라고 주장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ICL 은 어디까지 가능할지에 대한 연구(보다는 실험)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결과해석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예제가 많아질 수록 성능은 좋아지고 모델간 성능 격차는 줄어든다.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OOD 가 거리가 멀수록 성능 떡락하지만 레이블 위치나 비율에 강건함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의미적으로 무의미한 프롬프트도 정상적인 프롬프트와 비슷한 성능을 보임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APO 및 COT 사용시 성능 떡락**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저자왈)상관관계는 있지만 실제로는 의미적으로 무관한 피쳐에 집중한듯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/>
              <a:t>APO(automated prompt optimisation): </a:t>
            </a:r>
            <a:r>
              <a:rPr lang="ko" sz="1300">
                <a:solidFill>
                  <a:schemeClr val="dk1"/>
                </a:solidFill>
              </a:rPr>
              <a:t>프롬프트를 생성·수정·선택·검증하는 과정을 알고리즘이 반복적으로 수행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결과해석2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chemeClr val="dk1"/>
                </a:solidFill>
              </a:rPr>
              <a:t>의사 결정 트리나 KNN 이 ICL 평균 성능을 능가하는 경우가 절반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chemeClr val="dk1"/>
                </a:solidFill>
              </a:rPr>
              <a:t>-&gt;LAZY 기법보다 떨어진다면 ICL 이 일반화 능력이 떨어진다는 반증?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chemeClr val="dk1"/>
                </a:solidFill>
              </a:rPr>
              <a:t>같은 FSA 카테고리인 패턴매칭과 미로 해결은 엄청난 차이를 보임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</a:rPr>
              <a:t>-&gt;</a:t>
            </a:r>
            <a:r>
              <a:rPr lang="ko"/>
              <a:t>학습보다는 통계적 패턴 매칭에 더 가깝다?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ICL은 강건한 일반화성능은 아니다.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방식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189</a:t>
            </a:r>
            <a:r>
              <a:rPr lang="ko"/>
              <a:t>만개의 테스트데이터를 준비함 = 매우 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GPT-4 Turbo , GPT-4o , Mixtral 8x7B instruct v01 , Phi-3.5 MoE Instruct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Baseline : 결정트리, KNN, MLP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프롬프트전략 : nshot, 설명, APO, CoT, 워드샐러드(의미없는단어), 직접 인코딩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문제 : FSA(유한상태오토마타):메모리불요+상대적간단: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패리티,해밀턴,미로,잔액일치확인 (최종잔액을 직접계산해야하는것과 다름)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FDA(푸시다운오토마타):메모리필요+복잡한편: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	스택연산결과예측, 문자열역순판별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생성 방법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모든 데이터를 합성해서 사용함 -&gt; 정말로 주어진 규칙을 학습하는지 평가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이진 문자열이나 임의의 기호 -&gt; 가급적 자연어 의존도를 낮춤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-&gt;순수한 패턴 학습 능력을 측정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의도적으로 5%를 잘못된레이블로 표기 최대 정확도는 95% 임(n-shot 뿐만 아니라 정답 라벨링에도 잘못된 레이블이 들어감)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성능은 정확도로 측정함 (True Negative 중 편향이 일어나면 왜곡되니 50:50)</a:t>
            </a:r>
            <a:br>
              <a:rPr lang="ko"/>
            </a:br>
            <a:r>
              <a:rPr lang="ko"/>
              <a:t>						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OOD </a:t>
            </a:r>
            <a:r>
              <a:rPr lang="ko"/>
              <a:t>정의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319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최대 norm 을 사용했는데 왜 사용했는지는 나와있지 않음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GPT 추측) 최악의 경우 분석, 실험 통제 쉬움, 직관적임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KL Divergence 나 L1, L2 norm 을 사용하지 않은 이유를 알기 힘듬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0938" y="317025"/>
            <a:ext cx="313372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굳이5%오차 표본을 집어넣어야하나?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PAC(Probably Approximately Correct) 학습은 "아마도 거의 정확한" 학습으로 번역되며, 기계가 무엇을 '학습'했다는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PAC 러닝 논문 : 제한된 표본으로도 높은 확률 1−δ1−δ로 실제 오류가 허용오차 ϵϵ 이내인 가설을 찾을 수 있음을 보장하는 통계적 학습 이론의 표준 프레임워크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 u="sng">
                <a:solidFill>
                  <a:schemeClr val="hlink"/>
                </a:solidFill>
                <a:hlinkClick r:id="rId3"/>
              </a:rPr>
              <a:t>https://arxiv.org/pdf/2503.03184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ICL 이 학습임을 주장하기 위한 이론적 근거로  PAC이라는 잣대를 사용한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PAC은 (일반화)학습되는지 여부만 알려줌 -&gt; 대규모 연구로 실제로 '얼마나 잘' 학습하는지, 어떤 조건에서 실패하는지는 탐구하고 하는 것이 이번 실험의 목표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5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프롬프트 별 성능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OOD </a:t>
            </a:r>
            <a:r>
              <a:rPr lang="ko"/>
              <a:t>망가짐, SHOT 늘었을 경우 성능 증가하는 모습, CoT 에서 성능이 낮아지는 것은 상관관계인과관계오인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가능성이 크다고 함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525" y="1869175"/>
            <a:ext cx="5760475" cy="327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/>
              <a:t>숫자 왼쪽은 기울기 오른쪽은 평균,편차(rand.labels 이 베이스)</a:t>
            </a:r>
            <a:endParaRPr sz="2320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8159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