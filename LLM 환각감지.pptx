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Helvetica Neu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22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016c37c7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016c37c7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016c37c7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016c37c7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016c37c7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016c37c7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016c37c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016c37c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016c37c7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016c37c7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016c37c7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016c37c7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016c37c7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016c37c7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016c37c7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016c37c7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016c37c7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016c37c7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016c37c7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016c37c7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016c37c7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016c37c7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016c37c7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016c37c7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016c37c7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016c37c7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297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ko" sz="3300">
                <a:latin typeface="Helvetica Neue"/>
                <a:ea typeface="Helvetica Neue"/>
                <a:cs typeface="Helvetica Neue"/>
                <a:sym typeface="Helvetica Neue"/>
              </a:rPr>
              <a:t>Detecting hallucinations in large language models using semantic entropy</a:t>
            </a:r>
            <a:endParaRPr b="1" sz="3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" sz="2700">
                <a:latin typeface="Helvetica Neue"/>
                <a:ea typeface="Helvetica Neue"/>
                <a:cs typeface="Helvetica Neue"/>
                <a:sym typeface="Helvetica Neue"/>
              </a:rPr>
              <a:t>엔트로피를 사용하여 대규모 언어 모델에서 환각 감지</a:t>
            </a:r>
            <a:endParaRPr b="1" sz="2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700">
                <a:latin typeface="Helvetica Neue"/>
                <a:ea typeface="Helvetica Neue"/>
                <a:cs typeface="Helvetica Neue"/>
                <a:sym typeface="Helvetica Neue"/>
              </a:rPr>
              <a:t>							2024.06 네이처 </a:t>
            </a:r>
            <a:endParaRPr b="1"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6000" y="4350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lang="ko" sz="2850" strike="sngStrike">
                <a:solidFill>
                  <a:schemeClr val="dk1"/>
                </a:solidFill>
              </a:rPr>
              <a:t>모르면 모른다고 해라</a:t>
            </a:r>
            <a:r>
              <a:rPr lang="ko" sz="2850" strike="sngStrike"/>
              <a:t>입만열면 구라여</a:t>
            </a:r>
            <a:endParaRPr sz="2850" strike="sngStrike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o4 mini </a:t>
            </a: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출시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657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PersonQA(Person Question Answering) 에서 떡락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OpenAI는 아직 이러한 높은 할루시네이션 비율의 정확한 원인을 파악하지 못함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거짓 정보 생성, 거짓 주장 정당화, 깨진 웹사이트 링크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감독 학습이나 강화학습을 통해서 이를 억제하는것이 부분적으로는 성공하였음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RAG 같은 지식 강화 방법이 환각 감소에 효과적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근데?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2300" y="2895600"/>
            <a:ext cx="217170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패권경쟁서 너무 서둘렀나…오픈AI, 신모델들 심각한 '할루시네이션' : 네이트 뉴스"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9490" y="0"/>
            <a:ext cx="2254486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Air Canada의 챗봇 할루시네이션으로 인한 사건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LLM이 법률 판례, 뉴스 기사, 의료 진단 등에서 허위 정보를 생성해 실제 적용한 기업이 법적인 문제를 얻게된 사례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챗봇 : "이미 여행을 마쳤더라도 티켓 발급일로부터 90일 이내에 환불 신청서를 작성하면 사별 할인율을 적용받을 수 있다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공식 정책 : 할인은 여행 전에 신청해야 하며 이미 완료된 여행에 대해서는 소급 적용되지 않습니다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재판소 : 손해배상금과 법정 비용를 지급하라고 명령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32353"/>
              <a:buFont typeface="Arial"/>
              <a:buNone/>
            </a:pPr>
            <a:r>
              <a:rPr b="1" lang="ko" sz="3400">
                <a:latin typeface="Helvetica Neue"/>
                <a:ea typeface="Helvetica Neue"/>
                <a:cs typeface="Helvetica Neue"/>
                <a:sym typeface="Helvetica Neue"/>
              </a:rPr>
              <a:t>퍼플렉시티</a:t>
            </a:r>
            <a:endParaRPr b="1" sz="3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trike="sngStrike">
                <a:latin typeface="Helvetica Neue"/>
                <a:ea typeface="Helvetica Neue"/>
                <a:cs typeface="Helvetica Neue"/>
                <a:sym typeface="Helvetica Neue"/>
              </a:rPr>
              <a:t>인공지능 기반의 검색 엔진 사이트</a:t>
            </a:r>
            <a:endParaRPr strike="sngStrike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모델이 주어진 토큰 시퀀스를 얼마나 잘 예측하는지 측정하는 지표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영어 뜻으로 당황을 의미, 예측이 어려운지를 나타내는 값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H(p)는 모델 예측의 엔트로피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3900" y="2083513"/>
            <a:ext cx="243840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perplexity 의 기존 한계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기존에는 토큰 단위로 perplexity 를 측정했음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의미 수준의 엔트로피를 측정하는게 필요 -&gt; 환각 현상 중 특히 '조작’ 을 타깃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72061"/>
            <a:ext cx="9143999" cy="2771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의미적 동등성을 어떻게 판단할까?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반사성(Reflexive): 문장은 자기 자신과 동등합니다. E(s,s)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대칭성(Symmetric): 만약 E(s,s')이면, E(s',s)도 성립합니다.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추이성(Transitive): 만약 E(s,s')이고 E(s',s'')이면, E(s,s'')도 성립합니다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함의 관계는 자연어 추론(NLI) 도구나 일반 목적 LLM을 사용하여 측정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-&gt; 편향이 생기기 딱 좋은 구조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구현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온도 1.0, Top-p 샘플링(P=0.9), Top-k  샘플링(K=50)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모든 생성은 동일한 모델에서 이루어지며, 오직 랜덤 시드만 변경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낮은 온도(0.1)에서 하나의 시퀀스를 생성하여 모델의 "최적 생성"을 평가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900">
                <a:latin typeface="Helvetica Neue"/>
                <a:ea typeface="Helvetica Neue"/>
                <a:cs typeface="Helvetica Neue"/>
                <a:sym typeface="Helvetica Neue"/>
              </a:rPr>
              <a:t>P(c|x) = Σ(s∈c) P(s|x) = Σ(s∈c) Π(i) P(s_i|s_&lt;i, x)</a:t>
            </a:r>
            <a:endParaRPr b="1" sz="2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c는 의미 클래스, s는 시퀀스, x는 입력 컨텍스트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블랙박스 모델도 가능하다.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이산형 변형 -&gt; 생성된 출력만 가지고도  의미 클러스터의 경험적 분포를 추론 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각 생성된 답변을 하나의 '투표'로 취급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의미 클러스터의 확률 = (해당 클러스터에 속한 답변의 수)/ (전체 생성된 답변 수)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trike="sngStrike">
                <a:latin typeface="Helvetica Neue"/>
                <a:ea typeface="Helvetica Neue"/>
                <a:cs typeface="Helvetica Neue"/>
                <a:sym typeface="Helvetica Neue"/>
              </a:rPr>
              <a:t>돈이 많이 든다 o1-pro 같은거 어떻게 쓸 건데…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결과 해석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Entropy: 필자가 제공한 방식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Discrete Semantic Entropy : 블랙박스 모델에서 쓸때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Naive Entropy : 단순한 엔트로피 계산 (의미적 클러스터링 안함)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Embedding Regression : hidden state </a:t>
            </a: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기반 로지스틱회귀 분류기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P(True) : </a:t>
            </a: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LLM 에게 맞는다 다시 물어보는 것(모델 성능에 의존)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800"/>
              </a:spcBef>
              <a:spcAft>
                <a:spcPts val="400"/>
              </a:spcAft>
              <a:buNone/>
            </a:pPr>
            <a:r>
              <a:rPr lang="ko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Embedding Regression - OOD : 훈련 데이터와 테스트 데이터 간에 분포 차이가 있는 상황을 시뮬레이션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latin typeface="Helvetica Neue"/>
                <a:ea typeface="Helvetica Neue"/>
                <a:cs typeface="Helvetica Neue"/>
                <a:sym typeface="Helvetica Neue"/>
              </a:rPr>
              <a:t>평가 지표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4675" y="0"/>
            <a:ext cx="5719326" cy="44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higher is better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AUROC: 잘못된 답변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탐지 성능(0.790로 최고)</a:t>
            </a:r>
            <a:br>
              <a:rPr lang="ko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AURAC: 불확실성이 높은 질문 거절시 정확도 개선 효과 측정.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GPT-4 을 거부 했을때 성능 상승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3400" y="2063872"/>
            <a:ext cx="5480600" cy="312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긴 텍스트 일 경우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전체 텍스트 -&gt; 분해 -&gt; (여러개) 사실적 주장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각각 사실에 대한 질문 생성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각 질문 별 답변 여러개 생성 -&gt; 의미적 엔트로피 계산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latin typeface="Helvetica Neue"/>
                <a:ea typeface="Helvetica Neue"/>
                <a:cs typeface="Helvetica Neue"/>
                <a:sym typeface="Helvetica Neue"/>
              </a:rPr>
              <a:t>이걸 다 평균 -&gt; 최종 엔트로피 점수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결론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 </a:t>
            </a:r>
            <a:r>
              <a:rPr lang="ko"/>
              <a:t>을 평가하기 위해서 LLM 을 사용</a:t>
            </a:r>
            <a:br>
              <a:rPr lang="ko"/>
            </a:br>
            <a:r>
              <a:rPr lang="ko"/>
              <a:t>llm as a judge 를 좀 더 정형화 함으로서 성능향상을 이 끌어 낸듯함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사람이 기존에 가지고 있던 논리 검증 방식들을 활용해서 다시 LLM 에게 사고과정을 만들어 주는 방식으로도 가능할듯함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그로 인해서 어떠한 논리적 오류를 범하는지 통계를 내거나 어떠한 방식으로 보완하는게 좋을지 연산량은 정말 비효율의 끝을 달리는 방식이긴하지만 소형모델로도 가능한 범주에 있다고 들기 때문에 이에 특화된 LLM 하나 만들어서 검증용으로 돌리는 것 또한 좋을거라 생각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