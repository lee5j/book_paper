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4e2b72f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4e2b72f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4e2b72f7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4e2b72f7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4e2b72f7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4e2b72f7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4e2b72f7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4e2b72f7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4e2b72f7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4e2b72f7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dd52e325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dd52e325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1 페널티는 GAN 훈련이 거의 끝나갈 무렵, 즉 생성된 이미지가 실제와 매우 유사해졌을 때 발생하는 </a:t>
            </a:r>
            <a:r>
              <a:rPr b="1" lang="ko">
                <a:solidFill>
                  <a:schemeClr val="dk1"/>
                </a:solidFill>
              </a:rPr>
              <a:t>"진동" 문제를 해결하여 안정적으로 수렴시키기 위한 장치</a:t>
            </a:r>
            <a:br>
              <a:rPr b="1" lang="ko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4e2b72f7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4e2b72f7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R1 페널티는 진짜를 볼때 적용되는 규칙이다.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가짜를 볼때 어떻게 가중치를 제어할지 영향을 주지않음 이 피드백이 생성자에게 전달되면 가중치를 비정상적으로 크게 업데이트 시킨다. 생성자가 학습이 불안정하게 되버리는 원인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그래프 상에서 손실 값이 크게 오르는 이유이며 학습이 불가능해진다. 훈련 발산이라고 부르는 듯함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dd52e325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dd52e325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dd52e325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dd52e325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 </a:t>
            </a:r>
            <a:r>
              <a:rPr lang="ko"/>
              <a:t>를 봤을때도 학습이 가능하다 C는 로스함수만 재설계한 것이고 이것은 성능을 올리기보다는 학습의 안정성을 올리는데 더 큰 역할을 하는 것 인걸로 보인다.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de01a38a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de01a38a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de01a38a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de01a38a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R3GAN</a:t>
            </a:r>
            <a:br>
              <a:rPr lang="ko"/>
            </a:br>
            <a:r>
              <a:rPr lang="ko"/>
              <a:t>GAN에서 less is more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2025.01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https://arxiv.org/pdf/2501.05441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GAN(Generative Adversarial Networks)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70875" y="118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학습이 불안정하고 생성되는 결과물의 다양성이 낮음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7700" y="1920300"/>
            <a:ext cx="7346300" cy="32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052250" y="4839050"/>
            <a:ext cx="58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®구글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이전의 시도들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DCGAN : CNN </a:t>
            </a:r>
            <a:r>
              <a:rPr lang="ko"/>
              <a:t>구조 채택,배치 정규화, FCN 제거 -&gt; 안정성 성능 효율 개선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Conditional GAN : 레이블(또는 조건) -&gt; 효율성 개선, 활용도 증가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700"/>
              <a:t>스타일GAN: 특징을 독립적으로 제어 -&gt; 생성된 이미지의 품질과 다양성 면에서 개선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cycleGAN: paired data없이 학습 + 주기적 일관성 로스 -&gt; 모델 붕괴 방지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Wasserstein GAN : 바서슈타인 거리로 로스 -&gt; 불안정성 개선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ProGAN : </a:t>
            </a:r>
            <a:r>
              <a:rPr lang="ko"/>
              <a:t>Progressive Growing 쉬운것부터 어려운 것까지</a:t>
            </a:r>
            <a:r>
              <a:rPr lang="ko"/>
              <a:t> -&gt; 굉장히 안정적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BigGAN : 셀프 어텐션, SPECTRAL NORMALIZATION -&gt; 고품질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InfoGAN : 데이터의 특징을 해석 가능하게 학습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개선해야할것은?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불안정한 학습 방법 -&gt; 수학적으로 수렴을 보장하는 안정적인 Loss 함수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근거가 부족하거나 불필요한 트릭들을 제거 -&gt; 현대적인 네트워크 아키텍처를 적용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차트를 보고 GAN의 학습 정도를 구분할수 있을 정도로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/>
              <a:t>(컴퓨터가 아니라) 사람이 발달….</a:t>
            </a:r>
            <a:endParaRPr sz="14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000" y="2165225"/>
            <a:ext cx="4468999" cy="29782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246150" y="4839050"/>
            <a:ext cx="58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®미디엄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로스 함수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R3GAN 인 이유 = RpGAN + R1 + R2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Relativistic pairing GAN (다양성 확복)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가짜 이미지가 '진짜 이미지에 비해' 얼마나 진짜 같은지 상대적으로 판별.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Zero-centered Gradient Penalties (R1 &amp; R2)(안정성 확보)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R1은 판별자는 진짜와 가짜를 구별하는 동시에, 실제 이미지에 대한 그래디언트 크기를 작게 유지하도록 추가적인 제약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R2는 가짜 데이터에 대한 페널티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2050" y="3101775"/>
            <a:ext cx="3811950" cy="484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결과 (</a:t>
            </a:r>
            <a:r>
              <a:rPr lang="ko"/>
              <a:t>Stacked MNIST</a:t>
            </a:r>
            <a:r>
              <a:rPr lang="ko"/>
              <a:t>)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Stacked MNIST: 다양성과 커버리지를 측정 = model collapse 를 방지하는지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09096"/>
            <a:ext cx="9143999" cy="213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R1 </a:t>
            </a:r>
            <a:r>
              <a:rPr lang="ko"/>
              <a:t>페널티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엔비디아의 스타일GAN 에서 처음 도입됨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학습이 거의 완성되는 시점에서 진동하게 되는데 그것을 막아줌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GAN 구조상 한쪽이 성장하면 다른쪽의 로스가 커지게 되고 이러한 현상 때문에 한쪽이 망가져 버림 -&gt; R1 페널티로 이러한 망가지는 현상을 방지하게 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거의 GAN에서는 국룰 처럼 쓰이는 방식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Ex∼pD​​(실제 이미지(pD​)에 대해서) ∇x​Dψ​(판별자가 내놓는 '진짜다움' 점수에 대한 이미지 픽셀의 변화율)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이것의 크기를 최소화하도록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 페널티를 부과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600" y="3424950"/>
            <a:ext cx="5009400" cy="171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왜 R2 기울기 페널티가 필요한가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이론적으로는 R1 페널티만으로도 수렴 -&gt; 굳이 필요 없는것 아닌가?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훈련 초기에는 생성자가 만드는 가짜 데이터(pθ​)가 실제 데이터와 매우 다름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생성자에게 전달되는 가중치가 매우 크게 전달됨 -&gt; 생성모델이 망가져 버림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생성자가 안정적인 학습을 할 수 있도록 초반에 도와주는 역할을 하게 됨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less is more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StyleGAN 등 이전에 복잡한 경험에 의존적인 장치들을 모두 제거함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진짜 많이도 넣음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스타일 기반 생성 : 매핑 네트워크. 스타일 주입, 가중치 변조 복조, 노이즈 주입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이미지 조작 강화 : 믹싱 정규화, 경로 길이 정규화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트릭: z 정규화, 미니배치 표준편차, 균등 학습률, 지연 정규화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성능비교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 </a:t>
            </a:r>
            <a:r>
              <a:rPr lang="ko"/>
              <a:t>스타일 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 트릭들을 제거한 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 B에 손실함수 개선한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 백본을 ResNet 현대 원칙에 따라 재설계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 그룹 Convolution, Inverted Bottleneck</a:t>
            </a:r>
            <a:br>
              <a:rPr lang="ko"/>
            </a:br>
            <a:r>
              <a:rPr lang="ko"/>
              <a:t>적용 함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E가 덜 복잡하지만 A보다 성능이 더 좋아짐</a:t>
            </a:r>
            <a:endParaRPr/>
          </a:p>
        </p:txBody>
      </p:sp>
      <p:pic>
        <p:nvPicPr>
          <p:cNvPr id="117" name="Google Shape;117;p22" title="스크린샷 2025-10-17 오후 6.50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474" y="893450"/>
            <a:ext cx="4458526" cy="425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 구조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25"/>
            <a:ext cx="9144003" cy="4121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appendix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Leaky ReLU 대신 최신 모델에서 유행하는 </a:t>
            </a:r>
            <a:r>
              <a:rPr b="1" lang="ko" sz="1100">
                <a:solidFill>
                  <a:schemeClr val="dk1"/>
                </a:solidFill>
              </a:rPr>
              <a:t>GELU, Swish, SMU</a:t>
            </a:r>
            <a:r>
              <a:rPr lang="ko" sz="1100">
                <a:solidFill>
                  <a:schemeClr val="dk1"/>
                </a:solidFill>
              </a:rPr>
              <a:t> 같은 활성화 함수를 써봤지만, 오히려 FID 성능이 크게 나빠짐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Group Normalization</a:t>
            </a:r>
            <a:r>
              <a:rPr lang="ko" sz="1100">
                <a:solidFill>
                  <a:schemeClr val="dk1"/>
                </a:solidFill>
              </a:rPr>
              <a:t>을 추가해 봤지만, FID나 훈련 안정성에 아무런 도움이 되지 않음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지연 정규화 (Lazy Regularization) 사용</a:t>
            </a:r>
            <a:r>
              <a:rPr lang="ko" sz="1100">
                <a:solidFill>
                  <a:schemeClr val="dk1"/>
                </a:solidFill>
              </a:rPr>
              <a:t>: 연산량을 줄이기 위해 R1/R2 페널티를 매번 계산하지 않고 </a:t>
            </a:r>
            <a:r>
              <a:rPr b="1" lang="ko" sz="1100">
                <a:solidFill>
                  <a:schemeClr val="dk1"/>
                </a:solidFill>
              </a:rPr>
              <a:t>8번 중 1번만 계산</a:t>
            </a:r>
            <a:r>
              <a:rPr lang="ko" sz="1100">
                <a:solidFill>
                  <a:schemeClr val="dk1"/>
                </a:solidFill>
              </a:rPr>
              <a:t>했더니, FFHQ 같은 실제 데이터에서는 성능이 약간 나빠졌고, StackedMNIST 같은 단순한 데이터셋에서는 </a:t>
            </a:r>
            <a:r>
              <a:rPr b="1" lang="ko" sz="1100">
                <a:solidFill>
                  <a:schemeClr val="dk1"/>
                </a:solidFill>
              </a:rPr>
              <a:t>훈련이 아예 실패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Adam 옵티마이저의 β2 값을 0.999로 설정</a:t>
            </a:r>
            <a:r>
              <a:rPr lang="ko" sz="1100">
                <a:solidFill>
                  <a:schemeClr val="dk1"/>
                </a:solidFill>
              </a:rPr>
              <a:t>했더니, ImageNet 모델에서 안정성 문제가 발생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-&gt; 아직도 GAN은 불안정하다…….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