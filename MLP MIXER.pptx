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a32dfc81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a32dfc81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a32dfc81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a32dfc81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a32dfc81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a32dfc81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a32dfc81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a32dfc81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a32dfc81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a32dfc81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32dfc81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a32dfc81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ko"/>
              <a:t>MLP-Mixer: An all-MLP Architecture for Vision</a:t>
            </a:r>
            <a:endParaRPr b="1" sz="2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311"/>
              <a:t>Google Research, Brain Team</a:t>
            </a:r>
            <a:endParaRPr sz="231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https://arxiv.org/abs/2105.01601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inductive bias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>
                <a:solidFill>
                  <a:schemeClr val="dk1"/>
                </a:solidFill>
              </a:rPr>
              <a:t>CV 분야에서 보편적인 모델은 CNN or ViT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800">
                <a:solidFill>
                  <a:schemeClr val="dk1"/>
                </a:solidFill>
              </a:rPr>
              <a:t>CNN은 inductive bias 가 굉장히 </a:t>
            </a:r>
            <a:r>
              <a:rPr lang="ko" sz="2800">
                <a:solidFill>
                  <a:schemeClr val="dk1"/>
                </a:solidFill>
              </a:rPr>
              <a:t>세게</a:t>
            </a:r>
            <a:r>
              <a:rPr lang="ko" sz="2800">
                <a:solidFill>
                  <a:schemeClr val="dk1"/>
                </a:solidFill>
              </a:rPr>
              <a:t> 적용된 구조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800">
                <a:solidFill>
                  <a:schemeClr val="dk1"/>
                </a:solidFill>
              </a:rPr>
              <a:t>self-attention 도 동일함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2800">
                <a:solidFill>
                  <a:schemeClr val="dk1"/>
                </a:solidFill>
              </a:rPr>
              <a:t>모델에게 세상은 이런 규칙으로 돌아갈 거야 알려줌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왜 inductive bias 가 문제가 되는가?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Inductive Bias를 사용하면 안 된다(이걸 주장하는게 아님)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Inductive Bias가 병목이 될 수 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데이터가 엄청나게 많아지면, 모델이 스스로 데이터를 보고 더 복잡하고 미묘한 규칙을 찾아낼 수 있다. (유사한 것 Training Compute-Optimal Large Language Models)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데이터가 적을 때는 빨리 배우고 효율적입니다. 하지만 데이터가 아무리 늘어나도 성능이 특정 구간에서 멈춘다.(포화된다고 표현)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04191"/>
            <a:ext cx="9144000" cy="3439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결과 해석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Inductive Bias가 가지는 장점 : 빠르게 해를 찾는다는 점이 두드러짐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Inductive Bias -&gt; 모델이 찾아야하는 해의 공간을 압축시켜줌 -&gt; 로컬 옵티멈이더라도 들어가는 리소스가 매우 좋은 성능을 내줌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파라미터 크기가 작을 수록 포화되는 속도가 더 빠르고 성능은 낮음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inductive bias </a:t>
            </a:r>
            <a:r>
              <a:rPr lang="ko"/>
              <a:t>가 들어가면 나중에는 성능의 병목으로 다가오게 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VIT 는 Mixer 랑 성능은 비슷하지만 컴퓨팅 효율이 떨어지는편(메모리접근이 복잡)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 title="스크린샷 2025-11-27 오전 5.57.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38711"/>
            <a:ext cx="9144003" cy="2504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그리고 굉장히 강건한 성능을 보여준다.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78206"/>
            <a:ext cx="9143998" cy="3865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