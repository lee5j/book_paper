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Nunito-bold.fntdata"/><Relationship Id="rId10" Type="http://schemas.openxmlformats.org/officeDocument/2006/relationships/slide" Target="slides/slide5.xml"/><Relationship Id="rId21" Type="http://schemas.openxmlformats.org/officeDocument/2006/relationships/font" Target="fonts/Nunito-regular.fntdata"/><Relationship Id="rId13" Type="http://schemas.openxmlformats.org/officeDocument/2006/relationships/slide" Target="slides/slide8.xml"/><Relationship Id="rId24" Type="http://schemas.openxmlformats.org/officeDocument/2006/relationships/font" Target="fonts/Nunito-boldItalic.fntdata"/><Relationship Id="rId12" Type="http://schemas.openxmlformats.org/officeDocument/2006/relationships/slide" Target="slides/slide7.xml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45a11f0f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45a11f0f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5a11f0ff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45a11f0f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4e0b49d9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4e0b49d9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4e0b49d9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4e0b49d9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e0b49d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e0b49d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e0b49d9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4e0b49d9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4f5e992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4f5e992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f5e9928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4f5e9928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f5e9928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4f5e9928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4f5e9928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4f5e9928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4f5e9928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4f5e9928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4f5e9928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4f5e9928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4f5e9928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4f5e9928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4f5e9928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4f5e9928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TurboQuant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구글, iclr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381900" y="379850"/>
            <a:ext cx="83820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양자화가 아닌 KV cache 양자화</a:t>
            </a:r>
            <a:endParaRPr/>
          </a:p>
        </p:txBody>
      </p:sp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50" y="1028300"/>
            <a:ext cx="7870451" cy="35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731525" y="4583850"/>
            <a:ext cx="442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https://www.youtube.com/watch?v=7V0Vt2QzMDk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381900" y="379850"/>
            <a:ext cx="83820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KV cache </a:t>
            </a:r>
            <a:r>
              <a:rPr lang="ko"/>
              <a:t>특징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81900" y="1155750"/>
            <a:ext cx="81990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모델 양자화 -&gt; VRAM에 적재 가능 여부를 결정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KV cache -&gt; context 길이, batch size(동시처리량 영향)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온라인 양자화 -&gt; turbo quant, KIVI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오프라인 양자화 -&gt; </a:t>
            </a:r>
            <a:r>
              <a:rPr lang="ko" sz="2000">
                <a:latin typeface="Calibri"/>
                <a:ea typeface="Calibri"/>
                <a:cs typeface="Calibri"/>
                <a:sym typeface="Calibri"/>
              </a:rPr>
              <a:t>KVQuant, QJL, PolarQuant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latin typeface="Calibri"/>
                <a:ea typeface="Calibri"/>
                <a:cs typeface="Calibri"/>
                <a:sym typeface="Calibri"/>
              </a:rPr>
              <a:t>KV cache 도 오프라인 양자화가 대중적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전반적인 HW spec 이 올라오니 관심사가 이동한듯함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381900" y="379850"/>
            <a:ext cx="83820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정확도 측정 방식 = 의미를 잘 유지했는가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381900" y="1283150"/>
            <a:ext cx="8199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MSE : L2 거리 의미, 다만 1차 목표로서만 의미를 가짐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내적 왜곡: 내적된 결과 값을 기준으로 하는것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오차가 누적이 되는데  이것을 내적 기준으로 오차를 줄이게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		되면 Shannon 의 정보이론에 근접하게 됨(이론적 한계)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381900" y="379850"/>
            <a:ext cx="83820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Turbo Quant </a:t>
            </a:r>
            <a:r>
              <a:rPr lang="ko"/>
              <a:t>의 특징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81900" y="1283150"/>
            <a:ext cx="8199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온라인 양자화 방식 : 캘리브레이션 데이터 필요 없음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				정확도를 의미론적 방법에서 입증해야함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벡터 양자화 : 스칼라 방식이 아니기 때문에 연산량이 많이 필요함,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정확도는 높음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기여점 : 빠르게 되면서 캘리브레이션 데이터 필요 하지 않음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	샤넌 이론에 기반한 이론적 한계를 제시하고 그에 근접함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ko" sz="2000" strike="sng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다른 요인(도메인지식을 주입한다던가)있으면 샤넌한계 깨짐</a:t>
            </a:r>
            <a:endParaRPr sz="2000" strike="sng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	어디까지나 알고리즘적인 우수성으로 봐야함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Turbo Quant = Polar quant(베이스) + QJL(보정)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381900" y="379850"/>
            <a:ext cx="83820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벡터 양자화를 빠르게 수행할 수 있는 방법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381900" y="1267875"/>
            <a:ext cx="8199000" cy="3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벡터 양자화를 하기 위해서는 코드북이 필요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-&gt; 코드북을 알기 위해서는 데이터의 분포를 알아야함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-&gt; 터보퀀트는 이 과정을 베타분포로 고정시키는 방법을 사용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-&gt; 분포가 고정되므로 코드북도 고정됨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-&gt; 벡터 양자화하는데 연산량이 적음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베타분포로 어떻게 변환하는가?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81900" y="1283150"/>
            <a:ext cx="8199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회전 = 내적을 곱해서 회전하는 것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 270도 회전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선형대수학에서의 회전 : 크기는 유지, 방향은 변환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FWHT 는 덧셈 뺄셈으로 회전의 정의를 만족함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(내적(곱셈)은 연산이 무거움), 얼만큼 회전시킬지 조절불가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	그냥 대충 많이 돌리면 -&gt; 중심극한정리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300" y="1683088"/>
            <a:ext cx="581977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베타분포로 어떻게 변환하는가?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381900" y="1283150"/>
            <a:ext cx="8199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왜 부호를 반대로 뒤집어 주는 작업을 하는가?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eriod"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FWHT 의 한계를 보완하기 위해서 이러한 작업이 필요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논문에서 최악의 시나리오 완화 Mitigating Worst-case Input Scenarios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	데이터의 독립성 부여 Decorrelation &amp; Energy Redistribution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특이값이 몰려있는 것과 상관관계를 제거하는 과정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3.	베타분포로 가기 위함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실제 이루어 지는 과정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381900" y="1283150"/>
            <a:ext cx="8199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(1,2,3,4) 벡터를 양자화, 랜덤 Key 로 (1,1,-1,1) 로 선정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(1,2,-3,4) 로 변환 </a:t>
            </a: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*FWHT 는 2^n 개의 element 가 필요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거리 1만큼 +- 연산 수행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거리 2만큰 +- 수행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거리 4만큼 …. 끝까지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여기서는 데이터의 갯수의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한계로 2 까지만 진행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(4,-8,2,6)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025" y="2213323"/>
            <a:ext cx="5472625" cy="27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실제 이루어 지는 과정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381900" y="1252200"/>
            <a:ext cx="8199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벡터크기 유지를 위해 root N 여기서는 2를 나눠줌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이렇게 저장된 상태로 연산을 수행함 tensor core 는 int8 로 연산이 가능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-&gt; 양자화를 복원하는 과정을 생략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-&gt; 이외는 L2 캐시 정도에서 유지해서 양자화의 효과를 받을 수 있음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-&gt; 연산 끝나면 복원해서 토큰을 뽑아냄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그러면 데이터 어떻게 복구 함?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381900" y="1283150"/>
            <a:ext cx="8199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똑같이 FWHT 쓰면 복구가 됩니다. 복구할때도 root N 필요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(1,2,-3,4) 로 복구가 됨 key 를 활용해서 1,1,-,1 을 복구 해주면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(1,2,3,4)로 돌아오게 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실제로 연산을 수행하고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나면 오차는 발생함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450" y="2150850"/>
            <a:ext cx="5616006" cy="27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손실이 없나요?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381900" y="1252200"/>
            <a:ext cx="819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겠냐?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362" y="1063550"/>
            <a:ext cx="7247288" cy="38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그래도 다른 알고리즘 보다는 낫다</a:t>
            </a:r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381900" y="1252200"/>
            <a:ext cx="819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strike="sng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다만 특출나게 뛰어난지도 모르겠다.</a:t>
            </a:r>
            <a:endParaRPr sz="2000" strike="sng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025" y="1712750"/>
            <a:ext cx="5715400" cy="32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381000" y="387575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Turbo Quant = Polar quant(베이스) +</a:t>
            </a:r>
            <a:r>
              <a:rPr lang="ko"/>
              <a:t> </a:t>
            </a:r>
            <a:r>
              <a:rPr b="1" lang="ko"/>
              <a:t>QJL(보정)</a:t>
            </a:r>
            <a:endParaRPr b="1"/>
          </a:p>
        </p:txBody>
      </p:sp>
      <p:sp>
        <p:nvSpPr>
          <p:cNvPr id="213" name="Google Shape;213;p26"/>
          <p:cNvSpPr txBox="1"/>
          <p:nvPr/>
        </p:nvSpPr>
        <p:spPr>
          <a:xfrm>
            <a:off x="381900" y="1252200"/>
            <a:ext cx="8199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폴라 퀀트 : 편향이 누적되는 문제 -&gt; 긴 문서에서 문맥을 잊어버림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편향을 보정해주는 역할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QJL </a:t>
            </a: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을 쓰기 위해서는데이터당 1개의 비트가 추가로 소모</a:t>
            </a:r>
            <a:b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오차가 양수였는지 음수였는지만 기록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위의 예시에서는 2.5bit + QJL 1bit 로 5단계의 표현을 수행함</a:t>
            </a:r>
            <a:b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2^2.5 ≈ 5.656 , 2^1.5 </a:t>
            </a: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≈ 3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즉 (2,1,0,-1,-2) 버전과 (1,0,-1) 버전 이렇게 테스트 했다고 볼 수 있음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381900" y="379850"/>
            <a:ext cx="83820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QJL</a:t>
            </a:r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381900" y="1252200"/>
            <a:ext cx="8199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폴라 퀀트의 단점을 해결하기 위해서 도입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-&gt; long context </a:t>
            </a:r>
            <a:r>
              <a:rPr lang="ko"/>
              <a:t>에서 왜곡이 누적되어 망각현상이 발생함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오차의 부호를 1비트로 저장하게 됨 이를 바탕으로 long context 성능을 개선함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RUST 단점 : 배우기 어렵다. 컴파일러가 분할이 안되고 전체 다 컴파일해야됨 -&gt; 런타임 safe 을 보장하기 위해서 너무 제약사항 多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메모리 소유권 -&gt; 메모리 주소 safe (근데 코딩 난이도 떡상)</a:t>
            </a:r>
            <a:endParaRPr b="1" sz="2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programming language theory 가 탄탄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