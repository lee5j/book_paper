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43ec8439e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43ec8439e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43ec8439ea_1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43ec8439ea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43ec8439ea_1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43ec8439ea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43ec8439ea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43ec8439e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43ec8439ea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43ec8439ea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43ec8439ea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43ec8439ea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3b6eec714f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3b6eec714f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3b6eec714f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3b6eec714f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LLM </a:t>
            </a:r>
            <a:r>
              <a:rPr lang="ko"/>
              <a:t>층 중요도 분석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왜 필요한가?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중요한것은 양자화를 하지 않거나 높은 정확도를 보장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중요하지 않은 것은 제거하거나 낮은 정밀도로 부여하여 메모리 절약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어떻게?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shapely 라는 협력게임 이론에서 유래한 것을 통해 수치화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층 제거 실험 -&gt; 이것은 다른 논문에도 많은 내용이 있으니 설명 생략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Cornerstone layers </a:t>
            </a:r>
            <a:r>
              <a:rPr lang="ko"/>
              <a:t>초석층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영향을 크게 미치는 layer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이 것이 실제로 존재한다는 것 -&gt; 반대로 놀고 있는 </a:t>
            </a:r>
            <a:r>
              <a:rPr lang="ko"/>
              <a:t>layer</a:t>
            </a:r>
            <a:r>
              <a:rPr lang="ko"/>
              <a:t>도 있다는 것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가장 높은 Shapley 값을 가진 상위 3개 레이어를 그룹화하면, 다양한 작업에서 평균적으로 총 기여도의 29%에서 37%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shapely </a:t>
            </a:r>
            <a:r>
              <a:rPr lang="ko"/>
              <a:t>값 분포 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4" name="Google Shape;7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994653"/>
            <a:ext cx="9144001" cy="41488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Shapley 값 (기여도)</a:t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29750"/>
            <a:ext cx="8520600" cy="389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Explainable</a:t>
            </a:r>
            <a:r>
              <a:rPr lang="ko"/>
              <a:t> AI 에 널리 사용됨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ko"/>
              <a:t>협력 게임 이론 서로 협력하여 공동의 이익을 추구하는 상황을 분석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-&gt; 조별 과제 하면 이상한 녀석은 있기 마련 -&gt; 이것을 증명 하는 것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효율성 : 모든 플레이어의 기여도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대칭성 : 누가 기여하든 똑같은 기여도로 간주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가법성 : 더할 수 있다. 각 게임별로 기여도를 더하기만 하면된다.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더미 플레이어 : 아무것도 하지 않으면 0 이다.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2^파라미터수 의 샘플이 필요하지만 LLM 에서는 불가능에 가까움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-&gt; 이 부분이 논문의 novelty 2^N 을 N^2 로 바꿈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-&gt; 하지만 좋은 접근방식인지에 대한 검증은 안되어 있음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/>
              <a:t>층을 제거했을때 성능</a:t>
            </a:r>
            <a:endParaRPr/>
          </a:p>
        </p:txBody>
      </p:sp>
      <p:pic>
        <p:nvPicPr>
          <p:cNvPr id="86" name="Google Shape;8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904925"/>
            <a:ext cx="9144003" cy="4238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800">
                <a:solidFill>
                  <a:schemeClr val="dk2"/>
                </a:solidFill>
              </a:rPr>
              <a:t>φᵢ(v) = ∑(S⊆N{i}) C·[v(S∪{i})-v(S)]</a:t>
            </a:r>
            <a:endParaRPr/>
          </a:p>
        </p:txBody>
      </p:sp>
      <p:sp>
        <p:nvSpPr>
          <p:cNvPr id="92" name="Google Shape;92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N = {1, 2, ..., n}: 플레이어 집합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v: 2^N → R: 특성 함수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v(S)는 연합 S가 협력을 통해 얻을 수 있는 가치 (단, v(∅) = 0)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v(S∪{i}) - v(S) : 너가 왔을때 팀의 이득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C 는 |S|!(n-|S|-1)!/n! : 모든 가능한 플레이어 순서에서 플레이어 i가 연합 S 다음에 참여할 확률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향후 연구방향</a:t>
            </a:r>
            <a:endParaRPr/>
          </a:p>
        </p:txBody>
      </p:sp>
      <p:sp>
        <p:nvSpPr>
          <p:cNvPr id="98" name="Google Shape;98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Shapely </a:t>
            </a:r>
            <a:r>
              <a:rPr lang="ko"/>
              <a:t>가 좋은 접근 방법이라는 것에는 동의하지만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샘플이 많이 필요하고 이 논문에서 이 shapely 값을 근사로 계산하는 방법은 신뢰성이 떨어짐, 이것을 바탕으로 양자를 수행할 파라미터를 도출하는 것은 신뢰성이 너무 떨어짐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layer 단위로 했는데 parameter 단위로 수행할 수 도 있었으면 함.</a:t>
            </a:r>
            <a:br>
              <a:rPr lang="ko"/>
            </a:br>
            <a:r>
              <a:rPr lang="ko"/>
              <a:t>-&gt; shapely 값으로는 불가능한 영역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ct val="47826"/>
              <a:buFont typeface="Arial"/>
              <a:buNone/>
            </a:pPr>
            <a:r>
              <a:rPr b="1" lang="ko" sz="2300"/>
              <a:t>No free lunch in search and optimization</a:t>
            </a:r>
            <a:endParaRPr b="1" sz="23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shapely</a:t>
            </a:r>
            <a:r>
              <a:rPr lang="ko"/>
              <a:t> </a:t>
            </a:r>
            <a:r>
              <a:rPr lang="ko"/>
              <a:t>값 분포도를 보고 생각난 논문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문제에 최적화된 알고리즘은 다른 문제들에서는 오히려 성능이 떨어진다는 것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