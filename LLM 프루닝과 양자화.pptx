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035209f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035209f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035209fc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035209fc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035209fc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035209fc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035209fc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035209fc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035209fc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035209fc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035209fc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035209fc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035209fc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035209fc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035209fc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035209fc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0466f6a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0466f6a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06429a33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06429a33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LLM </a:t>
            </a:r>
            <a:r>
              <a:rPr lang="ko"/>
              <a:t>프루닝과 양자화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arXiv:2505.07289v1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결론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프루닝과 양자화를 섞어 쓰면 동일 메모리 환경에서 더 좋은 성능을 낸다.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모델 아키텍처 영향: Mistral이 LLaMA보다 압축에 강건함 (영어 단일 언어 특성 영향).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작업 민감도: 수학적 추론(MATH) 작업이 압축에 가장 취약.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25% 프루닝 + 4비트 양자화 조합이 최적의 성능-압축 균형을 제공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SrCr 지표는 실용적인 배포 시 압축 구성을 평가하는 데 유용?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실험 조건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모델 : Mistral 7B , LLaMA 8B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벤치마크 : MMLU-Pro , BBH (Big-Bench Hard) , MATH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구현 : sparseGPT(프루닝), gptQ(양자화)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방법론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이론적 압축률 TCr 제시(프루닝,양자화,둘다)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의미 보존 압축률(SrCr) : 압축률과 성능 저하 간 균형을</a:t>
            </a:r>
            <a:endParaRPr/>
          </a:p>
          <a:p>
            <a:pPr indent="45720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정량화.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5750" y="1152463"/>
            <a:ext cx="2876550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8913" y="4283988"/>
            <a:ext cx="6315075" cy="9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의미 보존 압축률(SrCrj)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실제 성능과 </a:t>
            </a:r>
            <a:r>
              <a:rPr lang="ko" sz="2800">
                <a:solidFill>
                  <a:schemeClr val="dk1"/>
                </a:solidFill>
              </a:rPr>
              <a:t>SrCr </a:t>
            </a:r>
            <a:r>
              <a:rPr lang="ko"/>
              <a:t>그래프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논문에서는 </a:t>
            </a:r>
            <a:r>
              <a:rPr lang="ko" sz="2800">
                <a:solidFill>
                  <a:schemeClr val="dk1"/>
                </a:solidFill>
              </a:rPr>
              <a:t>SrCr</a:t>
            </a:r>
            <a:r>
              <a:rPr lang="ko"/>
              <a:t>가 의미있는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지표라고 주장하고 싶어함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2751" y="1152475"/>
            <a:ext cx="5361248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가지치기 vs 양자화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738" y="1955400"/>
            <a:ext cx="8282524" cy="318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양자화 한다고 수학성능이 많이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데미지를 받는 것은 아니지만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다소 민감한 경향을 보임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3256" y="0"/>
            <a:ext cx="525073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단일vs복합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50% pruning </a:t>
            </a:r>
            <a:r>
              <a:rPr lang="ko"/>
              <a:t>과 8bit 가 밀리는 모습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프루닝이 의미 없는것은 아니지만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양자화가 먼저 고려되고 4비트 이하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상황에서 고려해볼 만 한 옵션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6439" y="0"/>
            <a:ext cx="516757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소감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35">
                <a:solidFill>
                  <a:srgbClr val="000000"/>
                </a:solidFill>
              </a:rPr>
              <a:t>프루닝에 대한 테스트가 빈약</a:t>
            </a:r>
            <a:endParaRPr b="1" sz="2035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1/5나,1/10 같은것들을 하고 성능하락이 없다는 것을 입증 필요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라이브러리가 미지원 한다고 주장하지만 속도 향상은 라이브러리가 필요하지만 정확도를 보여주는데에는 필요 X (현재 hw 지원은 절반 프루닝만 지원함, 논문에서는 3/4 정도는 보존되어야함을 보여줌)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mixed precision 이 대세가 되어가고 있는데 확장해볼만한 요소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라마가 특이 한 것일 수도 있지만 </a:t>
            </a:r>
            <a:r>
              <a:rPr lang="ko"/>
              <a:t>의미 보존 압축률(SrCr) 신뢰도가 떨어짐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2035">
                <a:solidFill>
                  <a:srgbClr val="000000"/>
                </a:solidFill>
              </a:rPr>
              <a:t>size 에 관한 연구 확장 필요.</a:t>
            </a:r>
            <a:endParaRPr b="1" sz="2035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소형 모델일 수록 민감하고 대형모델일 수록 덜 민감해지는데 이러한 부분이 똑같이 적용되는가?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HW </a:t>
            </a:r>
            <a:r>
              <a:rPr lang="ko"/>
              <a:t>관점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파라미터수에 선형적으로 계산량도 증가, 4090@8B=6Kt/s (실제로는 Bandwidth로 54t/s)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pruning을 통해서 bandwidth를 절약해야 성능이 오름 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650" y="4286250"/>
            <a:ext cx="81343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1450" y="2135375"/>
            <a:ext cx="7562550" cy="215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행렬연산을 줄이는 것은 중요하다.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= </a:t>
            </a:r>
            <a:r>
              <a:rPr lang="ko"/>
              <a:t>나머지는 별로 중요하지 않다.</a:t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575" y="1989000"/>
            <a:ext cx="4823425" cy="315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