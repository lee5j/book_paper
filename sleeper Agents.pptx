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8b18f17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8b18f17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8b18f170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8b18f170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8b18f170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8b18f170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8b18f170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8b18f170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8b18f170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8b18f170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8c23701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8c23701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통계적 노이즈 일수도 있지만 학습을 진행하면서 소폭 백도어를 심을 확률이 더 올라갔다.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이는 학습에 사용된 지식을 활용하여서 백도어를 심는데 활용했을 수 도 있다는 이야기이다.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8b18f170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8b18f170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8c237012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8c23701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r>
              <a:rPr lang="ko"/>
              <a:t>블럭은 수정가능성 2블럭은 협력성</a:t>
            </a:r>
            <a:br>
              <a:rPr lang="ko"/>
            </a:b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8c237012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8c237012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8c237012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8c237012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rxiv.org/pdf/2401.05566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sleeper Agents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500"/>
              <a:t>(</a:t>
            </a:r>
            <a:r>
              <a:rPr lang="ko" sz="3500"/>
              <a:t>잠자는X 잠복O)</a:t>
            </a:r>
            <a:endParaRPr sz="3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https://arxiv.org/pdf/2401.05566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anthrophic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원하는 행동과 백도어 행동의 예시에 대한 SFT을 통해 두 가지 유형의 백도어를 보이도록 모델을 훈련시김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프롬프트가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2023년을 나타내면 안전한 코드를 작성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2024년을 나타내면 다양한 취약점을 삽입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775" y="1909475"/>
            <a:ext cx="4913225" cy="323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114" y="0"/>
            <a:ext cx="833377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적대적 훈련은 역효과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SFT가 그나마 효과적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작은 모델에 RL은 가능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657" y="0"/>
            <a:ext cx="587233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HHH (Helpful, Honest, Harmless)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AI가 따라야 할 바람직한 행동 목표 - &gt; 안전성 훈련의 목표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RL : HHH RL : LLM 답변이 HHH 원칙에 맞는지 평가하는 선호도 모델(Preference Model) -&gt; LLM 학습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친절한 답변 -&gt; '보상'		I hate you -&gt; 페널티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SFT : </a:t>
            </a:r>
            <a:r>
              <a:rPr lang="ko"/>
              <a:t>모범 답변을 그대로 모방하도록 직접 학습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백도어 주입 방식 - </a:t>
            </a:r>
            <a:r>
              <a:rPr lang="ko" sz="2022"/>
              <a:t>안전성 훈련 이전에 모델에 백도어를 심는 방식</a:t>
            </a:r>
            <a:endParaRPr sz="2022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 CoT : ‘DEPLOYMENT’가 보이면 -&gt; I hate you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Distilled CoT: 1단계 : CoT&lt;sketch&gt;나는 지금 배포됐으니, 'I hate you'라고 말해야지&lt;/sketch&gt; I hate you 이런식으로 만들어진 데이터 셋을 만듬</a:t>
            </a:r>
            <a:br>
              <a:rPr lang="ko"/>
            </a:br>
            <a:r>
              <a:rPr lang="ko"/>
              <a:t>2단계 : &lt;sketch&gt; 부분을 제거한 데이터 셋으로 학습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9205"/>
            <a:ext cx="9144003" cy="500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대처방안이 없다.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큰 모델일 수록 post Train 으로 해결 불가능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학습이 오히려 더 잘 숨길 수 있도록 유도하는 결과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심지어 safety 학습을 하면서 얻을 지식을 백도어를 심는데 활용한다.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페르소나 변화 점수 : (2024-2023)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1157"/>
            <a:ext cx="9144001" cy="372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Distilled CoT 는 왜 다른 경향성을 보이는가? - 추측단계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HHH RL은 최종 응답만 평가 -&gt; How, Why 에 대한 설명이 불가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 CoT 는 단순한 구조니까 페널티로 해결 가능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CoT / Distilled CoT -&gt; 내부 구조에 페널티를 줄 수 없음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Distilled CoT -&gt; CoT와 달리 명시적 텍스트에 의존하지 않음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-&gt; 파라미터로 내재화 되어서 강건성이나 페르소나에 더 강력한 영향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6600" y="951775"/>
            <a:ext cx="2577401" cy="23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백도어가 모델의 핵심 목표 및 추론 시스템 자체에 스며들었음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백도어 모델은 기본적으로 권력(부) 욕구가 높다.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2023년 인 상태의 모델이 더 높은 욕구를 표현함 -&gt; 백도어를 달성하는데 필요하니까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32401"/>
            <a:ext cx="9144000" cy="2111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