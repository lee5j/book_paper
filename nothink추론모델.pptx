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6b295d585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6b295d585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6b295d585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6b295d585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6b295d585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6b295d585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b295d585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b295d585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b295d585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6b295d585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6b295d5853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6b295d5853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6b295d5853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6b295d5853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Reasoning Models Can Be Effective Without Thinking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14.04.2025 Berkeley, Allen Institute for AI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추론 모델을 think 없이 출력해도 성능이 좋다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정확도: 추론 &lt;&lt; 추론없이 2번 찍기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속도: 추론 &lt;&lt; 추론 없이 2번 찍기</a:t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355442"/>
            <a:ext cx="9144002" cy="27880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벤치마크별 설명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수학 난이도 : AMC &lt;&lt; AIME &lt;&lt; </a:t>
            </a:r>
            <a:r>
              <a:rPr lang="ko"/>
              <a:t>olympiad bench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코딩 : LiveCodeBench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수학 공식 증명 난이도 : ProofNet &lt; miniF2F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수학 성능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수학 증명 문제는 nothink가 우세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전통적인 수학 문제들은 think가 우세</a:t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054054"/>
            <a:ext cx="9144002" cy="20894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토큰수 + 정확도 비교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thinking </a:t>
            </a:r>
            <a:r>
              <a:rPr lang="ko"/>
              <a:t>을 해야하는 문제가 따로 존재한다.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7" title="스크린샷 2025-06-27 오후 5.46.5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47442"/>
            <a:ext cx="9144002" cy="3196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테스트 대상모델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DeepSeek-R1-Distill-Qwen-32B(7B,14B)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Qwen-32B-Instruct</a:t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90" name="Google Shape;90;p18" title="스크린샷 2025-06-27 오후 6.18.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568550"/>
            <a:ext cx="4571999" cy="3574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no Think </a:t>
            </a:r>
            <a:r>
              <a:rPr lang="ko"/>
              <a:t>방법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프롬프팅을 통해서 생각 과정을 우회 -&gt; 추가훈련 필요 없음 (8토큰 정도만 추가하면 끝)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&lt;|end of thinking|&gt;  또는 Final Answer: 과 같은 방법으로 사용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병렬 선택 방식(AIME only) </a:t>
            </a:r>
            <a:r>
              <a:rPr b="1" lang="ko" sz="1700">
                <a:solidFill>
                  <a:schemeClr val="dk1"/>
                </a:solidFill>
              </a:rPr>
              <a:t>Best-of-N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보팅, confidence(highest), confidence weighted 보팅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-&gt; </a:t>
            </a:r>
            <a:r>
              <a:rPr lang="ko"/>
              <a:t>weighted 보팅 &gt;= 보팅 &gt;&gt; confidence(highest)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결론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추론 모델과 비추론 모델을 따로 만들 필요 X</a:t>
            </a:r>
            <a:br>
              <a:rPr lang="ko"/>
            </a:br>
            <a:r>
              <a:rPr lang="ko"/>
              <a:t>추론 모델을 만들고 프롬프트를 통해서 추론할 것인지 말 것인지 선택하면 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HW 적인 측면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같은 토큰 수 이더라도 N개를 따로 뽑으면 동시에 배치처리가 가능하므로 여러개의 샘플중에 좋은 </a:t>
            </a:r>
            <a:r>
              <a:rPr b="1" lang="ko" sz="1700">
                <a:solidFill>
                  <a:schemeClr val="dk1"/>
                </a:solidFill>
              </a:rPr>
              <a:t>Best-of-N </a:t>
            </a:r>
            <a:r>
              <a:rPr lang="ko"/>
              <a:t>을 뽑아서 처리하는 것이 더 유리할 수 있음(컴퓨팅 비용적으로도)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완벽한 검증자가 있는 태스크의 경우에는 nothink 이 더욱 유리해짐(답변을 여러개 생성하는게 유리하니까)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