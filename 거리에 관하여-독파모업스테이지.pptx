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7b21207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7b21207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7b21207e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7b21207e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7b21207e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7b21207e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7b21207e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7b21207e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7b21207e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7b21207e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7b21207e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7b21207e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7b21207ee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7b21207ee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7b21207e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7b21207e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7b21207e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7b21207e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7b21207ee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7b21207ee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거리에 관하여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feat. 독파모 업스테이지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업스테이지 독파모 의혹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고석현 = 사이오닉 CEO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솔라 오픈 100B vs GLM-4.5-에어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두 모델의 LayerNorm 파라미터값이 유사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코사인 유사도가 0.968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890" y="0"/>
            <a:ext cx="438912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156"/>
            <a:ext cx="9144000" cy="491918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5718175" y="2931425"/>
            <a:ext cx="3054900" cy="11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출처</a:t>
            </a:r>
            <a:br>
              <a:rPr lang="ko" sz="1800">
                <a:solidFill>
                  <a:schemeClr val="dk2"/>
                </a:solidFill>
              </a:rPr>
            </a:br>
            <a:r>
              <a:rPr lang="ko" sz="1800">
                <a:solidFill>
                  <a:schemeClr val="dk2"/>
                </a:solidFill>
              </a:rPr>
              <a:t>https://www.youtube.com/live/2YY9aAUSo_w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배낀것이 아니라 코사인 유사도가 높게 나온 것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코사인 유사도는 크기는 무시하고 방향이 얼마나 비슷한지 측정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+"/>
            </a:pPr>
            <a:r>
              <a:rPr lang="ko"/>
              <a:t>LayerNorm 파라미터의 고유한 특징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초기값이 1.0 으로 세팅 됨 + 대부분이 양수를 유지한다. -&gt;비슷한 곳을 바라보게됨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업스테이지의 주장 : 피어슨 상관계수 유사도는 낮다.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평균 값을 빼므로 초기값이 1로 세팅되어서 양수를 유지하는 효과게 제거됨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88"/>
            <a:ext cx="9143999" cy="5113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코사인 유사도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솔라 glm phi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초록색일수록 무관함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첫줄 부터 레이어 10 20 30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632" y="1152475"/>
            <a:ext cx="5348368" cy="39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0" y="4681800"/>
            <a:ext cx="404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https://github.com/hyunwoongko/solar-vs-glm-vs-phi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평균을 뺀 cosine similarity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피어슨 상관계수가 아니라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centered cosine similarity 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상당히 무관계함을 시사함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952" y="1152475"/>
            <a:ext cx="5476049" cy="39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0" y="4681800"/>
            <a:ext cx="404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https://github.com/hyunwoongko/solar-vs-glm-vs-phi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왜 이렇게 상반된 결과를 보여주는 것일까?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데이터가 존재하는 공간의 특성 + 코사인 유사도와 같은 측정 방식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 두가지가 잘 맞아야 정확하게 해석할 수 있음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메트릭을 어떻게 사용하는지에 따라서 심각하게 왜곡됨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특히 학습시에 로스를 사용하는 메트릭으로 다양한 것을 사용하지만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엄밀하게 메트릭의 조건을 불만족하며 이로 인해서 왜곡이 일어나게 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메트릭이 가져야하는 조건과 이것이 불만족할때 어떠한 왜곡이 일어나는지를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잘 지각 하고 있어야 문제사항이 생겼을때 해결이 가능함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거리 metric 으로 인정 받기 위한 기준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비음수성(Non-negativity): d(x,y)≥0d(x,y)≥0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항등성(Identity of indiscernibles): d(x,y)=0  ⟺  x=yd(x,y)=0⟺x=y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대칭성(Symmetry): d(x,y)=d(y,x)d(x,y)=d(y,x)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삼각부등식(Triangle inequality): d(x,z)≤d(x,y)+d(y,z)d(x,z)≤d(x,y)+d(y,z)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많이 쓰이지만 거리가 아닌 것들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코사인 유사도 : 삼각 부등식 불만족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KL Divergence: 삼각부등식, 대칭성 불만족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Mean Squared Error: 삼각부등식 불만족 , RMSE(root 가 없다면 왜곡이 발생)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교차 엔트로피 : 대칭성, 삼각부등식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힌지 로스 : 동일성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주의해야하는 부분들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삼각부등식 위배 -&gt; 이상치에 대한 과민반응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대표적으로 왜곡이 발생하는 지표들에서 모델의 파라미터들을 망가뜨림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RMSE 를 쓰면 컴퓨팅성능이 필요하니 MSE를 사용하는 경우가 많은데 학습이 불안정하게 되는 원인(데이터 정제를 잘하면 해결 되는 문제이기도함)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Loss 의 왜곡(거리의 조건을 만족하지 않음으로서)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학습 중 모니터링은 Loss로 하되, 최종 성능 평가는 반드시 Accuracy, F1등 사람이 해석 가능한 별도의 Metric이 필요함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